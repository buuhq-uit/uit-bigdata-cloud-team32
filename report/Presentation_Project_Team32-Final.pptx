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69" r:id="rId4"/>
  </p:sldMasterIdLst>
  <p:notesMasterIdLst>
    <p:notesMasterId r:id="rId16"/>
  </p:notesMasterIdLst>
  <p:handoutMasterIdLst>
    <p:handoutMasterId r:id="rId17"/>
  </p:handoutMasterIdLst>
  <p:sldIdLst>
    <p:sldId id="256" r:id="rId5"/>
    <p:sldId id="257" r:id="rId6"/>
    <p:sldId id="265" r:id="rId7"/>
    <p:sldId id="266" r:id="rId8"/>
    <p:sldId id="267" r:id="rId9"/>
    <p:sldId id="270" r:id="rId10"/>
    <p:sldId id="274" r:id="rId11"/>
    <p:sldId id="278" r:id="rId12"/>
    <p:sldId id="275" r:id="rId13"/>
    <p:sldId id="279" r:id="rId14"/>
    <p:sldId id="276" r:id="rId1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000" autoAdjust="0"/>
    <p:restoredTop sz="94660"/>
  </p:normalViewPr>
  <p:slideViewPr>
    <p:cSldViewPr snapToGrid="0">
      <p:cViewPr varScale="1">
        <p:scale>
          <a:sx n="74" d="100"/>
          <a:sy n="74" d="100"/>
        </p:scale>
        <p:origin x="1042" y="28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60" d="100"/>
          <a:sy n="60" d="100"/>
        </p:scale>
        <p:origin x="1670" y="43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presProps" Target="presProps.xml"/><Relationship Id="rId3" Type="http://schemas.openxmlformats.org/officeDocument/2006/relationships/customXml" Target="../customXml/item3.xml"/><Relationship Id="rId21" Type="http://schemas.openxmlformats.org/officeDocument/2006/relationships/tableStyles" Target="tableStyle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handoutMaster" Target="handoutMasters/handoutMaster1.xml"/><Relationship Id="rId2" Type="http://schemas.openxmlformats.org/officeDocument/2006/relationships/customXml" Target="../customXml/item2.xml"/><Relationship Id="rId16" Type="http://schemas.openxmlformats.org/officeDocument/2006/relationships/notesMaster" Target="notesMasters/notesMaster1.xml"/><Relationship Id="rId20" Type="http://schemas.openxmlformats.org/officeDocument/2006/relationships/theme" Target="theme/theme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10" Type="http://schemas.openxmlformats.org/officeDocument/2006/relationships/slide" Target="slides/slide6.xml"/><Relationship Id="rId19" Type="http://schemas.openxmlformats.org/officeDocument/2006/relationships/viewProps" Target="view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399B3372-74CF-4E21-A4D4-286B22AA5A6F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63762BE-D43C-49F5-99A5-BF49C695927E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B85766F-5EC0-4797-B4D1-777FCB005B11}" type="datetimeFigureOut">
              <a:rPr lang="en-US" smtClean="0"/>
              <a:t>1/22/2026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989E452-9BCA-4AF5-9A9C-233BF410EAA7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6BF9F63-CE4F-44E2-A07D-7E654DE9F57B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60AC76B-F5B1-4D6E-BACD-2A80744AC929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0514524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2B4B5EC-152C-4627-80C0-63B10D5574EF}" type="datetimeFigureOut">
              <a:rPr lang="en-US" smtClean="0"/>
              <a:t>1/22/2026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1EEE60E-651F-40CC-AD73-C00F10CE42B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2541756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6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2">
            <a:alphaModFix amt="30000"/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1" name="Group 10"/>
          <p:cNvGrpSpPr/>
          <p:nvPr/>
        </p:nvGrpSpPr>
        <p:grpSpPr>
          <a:xfrm>
            <a:off x="0" y="0"/>
            <a:ext cx="2305051" cy="6858001"/>
            <a:chOff x="0" y="0"/>
            <a:chExt cx="2305051" cy="6858001"/>
          </a:xfrm>
          <a:gradFill flip="none" rotWithShape="1">
            <a:gsLst>
              <a:gs pos="0">
                <a:schemeClr val="tx2"/>
              </a:gs>
              <a:gs pos="100000">
                <a:schemeClr val="tx2">
                  <a:lumMod val="50000"/>
                </a:schemeClr>
              </a:gs>
            </a:gsLst>
            <a:lin ang="5400000" scaled="0"/>
            <a:tileRect/>
          </a:gradFill>
        </p:grpSpPr>
        <p:sp>
          <p:nvSpPr>
            <p:cNvPr id="12" name="Rectangle 5"/>
            <p:cNvSpPr>
              <a:spLocks noChangeArrowheads="1"/>
            </p:cNvSpPr>
            <p:nvPr/>
          </p:nvSpPr>
          <p:spPr bwMode="auto">
            <a:xfrm>
              <a:off x="1209675" y="4763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3" name="Freeform 6"/>
            <p:cNvSpPr>
              <a:spLocks noEditPoints="1"/>
            </p:cNvSpPr>
            <p:nvPr/>
          </p:nvSpPr>
          <p:spPr bwMode="auto">
            <a:xfrm>
              <a:off x="1128713" y="21764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4" name="Freeform 7"/>
            <p:cNvSpPr>
              <a:spLocks noEditPoints="1"/>
            </p:cNvSpPr>
            <p:nvPr/>
          </p:nvSpPr>
          <p:spPr bwMode="auto">
            <a:xfrm>
              <a:off x="1123950" y="4021138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5" name="Rectangle 8"/>
            <p:cNvSpPr>
              <a:spLocks noChangeArrowheads="1"/>
            </p:cNvSpPr>
            <p:nvPr/>
          </p:nvSpPr>
          <p:spPr bwMode="auto">
            <a:xfrm>
              <a:off x="414338" y="9525"/>
              <a:ext cx="28575" cy="44815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6" name="Freeform 9"/>
            <p:cNvSpPr>
              <a:spLocks noEditPoints="1"/>
            </p:cNvSpPr>
            <p:nvPr/>
          </p:nvSpPr>
          <p:spPr bwMode="auto">
            <a:xfrm>
              <a:off x="333375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7" name="Freeform 10"/>
            <p:cNvSpPr/>
            <p:nvPr/>
          </p:nvSpPr>
          <p:spPr bwMode="auto">
            <a:xfrm>
              <a:off x="190500" y="9525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66"/>
                  </a:lnTo>
                  <a:lnTo>
                    <a:pt x="81" y="380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3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8" name="Freeform 11"/>
            <p:cNvSpPr/>
            <p:nvPr/>
          </p:nvSpPr>
          <p:spPr bwMode="auto">
            <a:xfrm>
              <a:off x="1290638" y="14288"/>
              <a:ext cx="376238" cy="1801813"/>
            </a:xfrm>
            <a:custGeom>
              <a:avLst/>
              <a:gdLst/>
              <a:ahLst/>
              <a:cxnLst/>
              <a:rect l="0" t="0" r="r" b="b"/>
              <a:pathLst>
                <a:path w="237" h="1135">
                  <a:moveTo>
                    <a:pt x="222" y="1135"/>
                  </a:moveTo>
                  <a:lnTo>
                    <a:pt x="0" y="620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17"/>
                  </a:lnTo>
                  <a:lnTo>
                    <a:pt x="237" y="1129"/>
                  </a:lnTo>
                  <a:lnTo>
                    <a:pt x="222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9" name="Freeform 12"/>
            <p:cNvSpPr>
              <a:spLocks noEditPoints="1"/>
            </p:cNvSpPr>
            <p:nvPr/>
          </p:nvSpPr>
          <p:spPr bwMode="auto">
            <a:xfrm>
              <a:off x="1600200" y="180181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0" name="Freeform 13"/>
            <p:cNvSpPr/>
            <p:nvPr/>
          </p:nvSpPr>
          <p:spPr bwMode="auto">
            <a:xfrm>
              <a:off x="1381125" y="9525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219" y="898"/>
                  </a:moveTo>
                  <a:lnTo>
                    <a:pt x="0" y="3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380"/>
                  </a:lnTo>
                  <a:lnTo>
                    <a:pt x="234" y="892"/>
                  </a:lnTo>
                  <a:lnTo>
                    <a:pt x="219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1" name="Freeform 14"/>
            <p:cNvSpPr/>
            <p:nvPr/>
          </p:nvSpPr>
          <p:spPr bwMode="auto">
            <a:xfrm>
              <a:off x="1643063" y="0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96" y="575"/>
                  </a:moveTo>
                  <a:lnTo>
                    <a:pt x="78" y="575"/>
                  </a:lnTo>
                  <a:lnTo>
                    <a:pt x="78" y="192"/>
                  </a:lnTo>
                  <a:lnTo>
                    <a:pt x="0" y="6"/>
                  </a:lnTo>
                  <a:lnTo>
                    <a:pt x="15" y="0"/>
                  </a:lnTo>
                  <a:lnTo>
                    <a:pt x="96" y="189"/>
                  </a:lnTo>
                  <a:lnTo>
                    <a:pt x="96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2" name="Freeform 15"/>
            <p:cNvSpPr>
              <a:spLocks noEditPoints="1"/>
            </p:cNvSpPr>
            <p:nvPr/>
          </p:nvSpPr>
          <p:spPr bwMode="auto">
            <a:xfrm>
              <a:off x="1685925" y="14208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3" name="Freeform 16"/>
            <p:cNvSpPr>
              <a:spLocks noEditPoints="1"/>
            </p:cNvSpPr>
            <p:nvPr/>
          </p:nvSpPr>
          <p:spPr bwMode="auto">
            <a:xfrm>
              <a:off x="168592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4" name="Freeform 17"/>
            <p:cNvSpPr/>
            <p:nvPr/>
          </p:nvSpPr>
          <p:spPr bwMode="auto">
            <a:xfrm>
              <a:off x="1743075" y="4763"/>
              <a:ext cx="419100" cy="522288"/>
            </a:xfrm>
            <a:custGeom>
              <a:avLst/>
              <a:gdLst/>
              <a:ahLst/>
              <a:cxnLst/>
              <a:rect l="0" t="0" r="r" b="b"/>
              <a:pathLst>
                <a:path w="264" h="329">
                  <a:moveTo>
                    <a:pt x="252" y="329"/>
                  </a:moveTo>
                  <a:lnTo>
                    <a:pt x="45" y="120"/>
                  </a:lnTo>
                  <a:lnTo>
                    <a:pt x="0" y="6"/>
                  </a:lnTo>
                  <a:lnTo>
                    <a:pt x="15" y="0"/>
                  </a:lnTo>
                  <a:lnTo>
                    <a:pt x="60" y="111"/>
                  </a:lnTo>
                  <a:lnTo>
                    <a:pt x="264" y="317"/>
                  </a:lnTo>
                  <a:lnTo>
                    <a:pt x="252" y="32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5" name="Freeform 18"/>
            <p:cNvSpPr>
              <a:spLocks noEditPoints="1"/>
            </p:cNvSpPr>
            <p:nvPr/>
          </p:nvSpPr>
          <p:spPr bwMode="auto">
            <a:xfrm>
              <a:off x="2119313" y="488950"/>
              <a:ext cx="161925" cy="147638"/>
            </a:xfrm>
            <a:custGeom>
              <a:avLst/>
              <a:gdLst/>
              <a:ahLst/>
              <a:cxnLst/>
              <a:rect l="0" t="0" r="r" b="b"/>
              <a:pathLst>
                <a:path w="34" h="31">
                  <a:moveTo>
                    <a:pt x="17" y="31"/>
                  </a:moveTo>
                  <a:cubicBezTo>
                    <a:pt x="13" y="31"/>
                    <a:pt x="9" y="30"/>
                    <a:pt x="6" y="27"/>
                  </a:cubicBezTo>
                  <a:cubicBezTo>
                    <a:pt x="0" y="20"/>
                    <a:pt x="0" y="10"/>
                    <a:pt x="6" y="4"/>
                  </a:cubicBezTo>
                  <a:cubicBezTo>
                    <a:pt x="9" y="1"/>
                    <a:pt x="13" y="0"/>
                    <a:pt x="17" y="0"/>
                  </a:cubicBezTo>
                  <a:cubicBezTo>
                    <a:pt x="21" y="0"/>
                    <a:pt x="25" y="1"/>
                    <a:pt x="28" y="4"/>
                  </a:cubicBezTo>
                  <a:cubicBezTo>
                    <a:pt x="34" y="10"/>
                    <a:pt x="34" y="20"/>
                    <a:pt x="28" y="27"/>
                  </a:cubicBezTo>
                  <a:cubicBezTo>
                    <a:pt x="25" y="30"/>
                    <a:pt x="21" y="31"/>
                    <a:pt x="17" y="31"/>
                  </a:cubicBezTo>
                  <a:close/>
                  <a:moveTo>
                    <a:pt x="17" y="4"/>
                  </a:moveTo>
                  <a:cubicBezTo>
                    <a:pt x="14" y="4"/>
                    <a:pt x="11" y="5"/>
                    <a:pt x="9" y="7"/>
                  </a:cubicBezTo>
                  <a:cubicBezTo>
                    <a:pt x="4" y="12"/>
                    <a:pt x="4" y="19"/>
                    <a:pt x="9" y="24"/>
                  </a:cubicBezTo>
                  <a:cubicBezTo>
                    <a:pt x="11" y="26"/>
                    <a:pt x="14" y="27"/>
                    <a:pt x="17" y="27"/>
                  </a:cubicBezTo>
                  <a:cubicBezTo>
                    <a:pt x="20" y="27"/>
                    <a:pt x="23" y="26"/>
                    <a:pt x="25" y="24"/>
                  </a:cubicBezTo>
                  <a:cubicBezTo>
                    <a:pt x="30" y="19"/>
                    <a:pt x="30" y="12"/>
                    <a:pt x="25" y="7"/>
                  </a:cubicBezTo>
                  <a:cubicBezTo>
                    <a:pt x="23" y="5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6" name="Freeform 19"/>
            <p:cNvSpPr/>
            <p:nvPr/>
          </p:nvSpPr>
          <p:spPr bwMode="auto">
            <a:xfrm>
              <a:off x="952500" y="4763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72"/>
                  </a:lnTo>
                  <a:lnTo>
                    <a:pt x="0" y="189"/>
                  </a:lnTo>
                  <a:lnTo>
                    <a:pt x="81" y="0"/>
                  </a:lnTo>
                  <a:lnTo>
                    <a:pt x="96" y="6"/>
                  </a:lnTo>
                  <a:lnTo>
                    <a:pt x="15" y="192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7" name="Freeform 20"/>
            <p:cNvSpPr>
              <a:spLocks noEditPoints="1"/>
            </p:cNvSpPr>
            <p:nvPr/>
          </p:nvSpPr>
          <p:spPr bwMode="auto">
            <a:xfrm>
              <a:off x="8667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2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8" name="Freeform 21"/>
            <p:cNvSpPr>
              <a:spLocks noEditPoints="1"/>
            </p:cNvSpPr>
            <p:nvPr/>
          </p:nvSpPr>
          <p:spPr bwMode="auto">
            <a:xfrm>
              <a:off x="890588" y="15541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9" name="Freeform 22"/>
            <p:cNvSpPr/>
            <p:nvPr/>
          </p:nvSpPr>
          <p:spPr bwMode="auto">
            <a:xfrm>
              <a:off x="738188" y="5622925"/>
              <a:ext cx="338138" cy="1216025"/>
            </a:xfrm>
            <a:custGeom>
              <a:avLst/>
              <a:gdLst/>
              <a:ahLst/>
              <a:cxnLst/>
              <a:rect l="0" t="0" r="r" b="b"/>
              <a:pathLst>
                <a:path w="213" h="766">
                  <a:moveTo>
                    <a:pt x="213" y="766"/>
                  </a:moveTo>
                  <a:lnTo>
                    <a:pt x="195" y="766"/>
                  </a:lnTo>
                  <a:lnTo>
                    <a:pt x="195" y="464"/>
                  </a:lnTo>
                  <a:lnTo>
                    <a:pt x="0" y="6"/>
                  </a:lnTo>
                  <a:lnTo>
                    <a:pt x="12" y="0"/>
                  </a:lnTo>
                  <a:lnTo>
                    <a:pt x="213" y="461"/>
                  </a:lnTo>
                  <a:lnTo>
                    <a:pt x="213" y="76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0" name="Freeform 23"/>
            <p:cNvSpPr>
              <a:spLocks noEditPoints="1"/>
            </p:cNvSpPr>
            <p:nvPr/>
          </p:nvSpPr>
          <p:spPr bwMode="auto">
            <a:xfrm>
              <a:off x="647700" y="5480050"/>
              <a:ext cx="157163" cy="157163"/>
            </a:xfrm>
            <a:custGeom>
              <a:avLst/>
              <a:gdLst/>
              <a:ahLst/>
              <a:cxnLst/>
              <a:rect l="0" t="0" r="r" b="b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6"/>
                    <a:pt x="0" y="17"/>
                  </a:cubicBezTo>
                  <a:cubicBezTo>
                    <a:pt x="0" y="8"/>
                    <a:pt x="8" y="0"/>
                    <a:pt x="17" y="0"/>
                  </a:cubicBezTo>
                  <a:cubicBezTo>
                    <a:pt x="26" y="0"/>
                    <a:pt x="33" y="8"/>
                    <a:pt x="33" y="17"/>
                  </a:cubicBezTo>
                  <a:cubicBezTo>
                    <a:pt x="33" y="26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29"/>
                    <a:pt x="17" y="29"/>
                  </a:cubicBezTo>
                  <a:cubicBezTo>
                    <a:pt x="23" y="29"/>
                    <a:pt x="29" y="24"/>
                    <a:pt x="29" y="17"/>
                  </a:cubicBezTo>
                  <a:cubicBezTo>
                    <a:pt x="29" y="10"/>
                    <a:pt x="23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1" name="Freeform 24"/>
            <p:cNvSpPr>
              <a:spLocks noEditPoints="1"/>
            </p:cNvSpPr>
            <p:nvPr/>
          </p:nvSpPr>
          <p:spPr bwMode="auto">
            <a:xfrm>
              <a:off x="666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2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2" name="Freeform 25"/>
            <p:cNvSpPr/>
            <p:nvPr/>
          </p:nvSpPr>
          <p:spPr bwMode="auto">
            <a:xfrm>
              <a:off x="0" y="3897313"/>
              <a:ext cx="133350" cy="266700"/>
            </a:xfrm>
            <a:custGeom>
              <a:avLst/>
              <a:gdLst/>
              <a:ahLst/>
              <a:cxnLst/>
              <a:rect l="0" t="0" r="r" b="b"/>
              <a:pathLst>
                <a:path w="84" h="168">
                  <a:moveTo>
                    <a:pt x="69" y="168"/>
                  </a:moveTo>
                  <a:lnTo>
                    <a:pt x="0" y="6"/>
                  </a:lnTo>
                  <a:lnTo>
                    <a:pt x="12" y="0"/>
                  </a:lnTo>
                  <a:lnTo>
                    <a:pt x="84" y="162"/>
                  </a:lnTo>
                  <a:lnTo>
                    <a:pt x="69" y="16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3" name="Freeform 26"/>
            <p:cNvSpPr>
              <a:spLocks noEditPoints="1"/>
            </p:cNvSpPr>
            <p:nvPr/>
          </p:nvSpPr>
          <p:spPr bwMode="auto">
            <a:xfrm>
              <a:off x="66675" y="414972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4" name="Freeform 27"/>
            <p:cNvSpPr/>
            <p:nvPr/>
          </p:nvSpPr>
          <p:spPr bwMode="auto">
            <a:xfrm>
              <a:off x="0" y="1644650"/>
              <a:ext cx="133350" cy="269875"/>
            </a:xfrm>
            <a:custGeom>
              <a:avLst/>
              <a:gdLst/>
              <a:ahLst/>
              <a:cxnLst/>
              <a:rect l="0" t="0" r="r" b="b"/>
              <a:pathLst>
                <a:path w="84" h="170">
                  <a:moveTo>
                    <a:pt x="12" y="170"/>
                  </a:moveTo>
                  <a:lnTo>
                    <a:pt x="0" y="164"/>
                  </a:lnTo>
                  <a:lnTo>
                    <a:pt x="69" y="0"/>
                  </a:lnTo>
                  <a:lnTo>
                    <a:pt x="84" y="6"/>
                  </a:lnTo>
                  <a:lnTo>
                    <a:pt x="12" y="17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5" name="Freeform 28"/>
            <p:cNvSpPr>
              <a:spLocks noEditPoints="1"/>
            </p:cNvSpPr>
            <p:nvPr/>
          </p:nvSpPr>
          <p:spPr bwMode="auto">
            <a:xfrm>
              <a:off x="66675" y="146843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6" name="Freeform 29"/>
            <p:cNvSpPr/>
            <p:nvPr/>
          </p:nvSpPr>
          <p:spPr bwMode="auto">
            <a:xfrm>
              <a:off x="695325" y="4763"/>
              <a:ext cx="309563" cy="1558925"/>
            </a:xfrm>
            <a:custGeom>
              <a:avLst/>
              <a:gdLst/>
              <a:ahLst/>
              <a:cxnLst/>
              <a:rect l="0" t="0" r="r" b="b"/>
              <a:pathLst>
                <a:path w="195" h="982">
                  <a:moveTo>
                    <a:pt x="195" y="982"/>
                  </a:moveTo>
                  <a:lnTo>
                    <a:pt x="177" y="982"/>
                  </a:lnTo>
                  <a:lnTo>
                    <a:pt x="177" y="805"/>
                  </a:lnTo>
                  <a:lnTo>
                    <a:pt x="0" y="629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23"/>
                  </a:lnTo>
                  <a:lnTo>
                    <a:pt x="195" y="796"/>
                  </a:lnTo>
                  <a:lnTo>
                    <a:pt x="195" y="98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7" name="Freeform 30"/>
            <p:cNvSpPr>
              <a:spLocks noEditPoints="1"/>
            </p:cNvSpPr>
            <p:nvPr/>
          </p:nvSpPr>
          <p:spPr bwMode="auto">
            <a:xfrm>
              <a:off x="57150" y="48815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8" name="Freeform 31"/>
            <p:cNvSpPr/>
            <p:nvPr/>
          </p:nvSpPr>
          <p:spPr bwMode="auto">
            <a:xfrm>
              <a:off x="138113" y="5060950"/>
              <a:ext cx="304800" cy="1778000"/>
            </a:xfrm>
            <a:custGeom>
              <a:avLst/>
              <a:gdLst/>
              <a:ahLst/>
              <a:cxnLst/>
              <a:rect l="0" t="0" r="r" b="b"/>
              <a:pathLst>
                <a:path w="192" h="1120">
                  <a:moveTo>
                    <a:pt x="192" y="1120"/>
                  </a:moveTo>
                  <a:lnTo>
                    <a:pt x="177" y="1120"/>
                  </a:lnTo>
                  <a:lnTo>
                    <a:pt x="177" y="360"/>
                  </a:lnTo>
                  <a:lnTo>
                    <a:pt x="0" y="1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77"/>
                  </a:lnTo>
                  <a:lnTo>
                    <a:pt x="192" y="354"/>
                  </a:lnTo>
                  <a:lnTo>
                    <a:pt x="192" y="112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9" name="Freeform 32"/>
            <p:cNvSpPr>
              <a:spLocks noEditPoints="1"/>
            </p:cNvSpPr>
            <p:nvPr/>
          </p:nvSpPr>
          <p:spPr bwMode="auto">
            <a:xfrm>
              <a:off x="561975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0" name="Rectangle 33"/>
            <p:cNvSpPr>
              <a:spLocks noChangeArrowheads="1"/>
            </p:cNvSpPr>
            <p:nvPr/>
          </p:nvSpPr>
          <p:spPr bwMode="auto">
            <a:xfrm>
              <a:off x="642938" y="6610350"/>
              <a:ext cx="23813" cy="242888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1" name="Freeform 34"/>
            <p:cNvSpPr>
              <a:spLocks noEditPoints="1"/>
            </p:cNvSpPr>
            <p:nvPr/>
          </p:nvSpPr>
          <p:spPr bwMode="auto">
            <a:xfrm>
              <a:off x="76200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2" name="Freeform 35"/>
            <p:cNvSpPr/>
            <p:nvPr/>
          </p:nvSpPr>
          <p:spPr bwMode="auto">
            <a:xfrm>
              <a:off x="0" y="5978525"/>
              <a:ext cx="190500" cy="461963"/>
            </a:xfrm>
            <a:custGeom>
              <a:avLst/>
              <a:gdLst/>
              <a:ahLst/>
              <a:cxnLst/>
              <a:rect l="0" t="0" r="r" b="b"/>
              <a:pathLst>
                <a:path w="120" h="291">
                  <a:moveTo>
                    <a:pt x="120" y="291"/>
                  </a:moveTo>
                  <a:lnTo>
                    <a:pt x="105" y="291"/>
                  </a:lnTo>
                  <a:lnTo>
                    <a:pt x="105" y="114"/>
                  </a:lnTo>
                  <a:lnTo>
                    <a:pt x="0" y="9"/>
                  </a:lnTo>
                  <a:lnTo>
                    <a:pt x="12" y="0"/>
                  </a:lnTo>
                  <a:lnTo>
                    <a:pt x="120" y="108"/>
                  </a:lnTo>
                  <a:lnTo>
                    <a:pt x="120" y="29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3" name="Freeform 36"/>
            <p:cNvSpPr/>
            <p:nvPr/>
          </p:nvSpPr>
          <p:spPr bwMode="auto">
            <a:xfrm>
              <a:off x="1014413" y="1801813"/>
              <a:ext cx="214313" cy="755650"/>
            </a:xfrm>
            <a:custGeom>
              <a:avLst/>
              <a:gdLst/>
              <a:ahLst/>
              <a:cxnLst/>
              <a:rect l="0" t="0" r="r" b="b"/>
              <a:pathLst>
                <a:path w="135" h="476">
                  <a:moveTo>
                    <a:pt x="12" y="476"/>
                  </a:moveTo>
                  <a:lnTo>
                    <a:pt x="0" y="476"/>
                  </a:lnTo>
                  <a:lnTo>
                    <a:pt x="0" y="128"/>
                  </a:lnTo>
                  <a:lnTo>
                    <a:pt x="126" y="0"/>
                  </a:lnTo>
                  <a:lnTo>
                    <a:pt x="135" y="9"/>
                  </a:lnTo>
                  <a:lnTo>
                    <a:pt x="12" y="131"/>
                  </a:lnTo>
                  <a:lnTo>
                    <a:pt x="12" y="47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4" name="Freeform 37"/>
            <p:cNvSpPr>
              <a:spLocks noEditPoints="1"/>
            </p:cNvSpPr>
            <p:nvPr/>
          </p:nvSpPr>
          <p:spPr bwMode="auto">
            <a:xfrm>
              <a:off x="938213" y="2547938"/>
              <a:ext cx="166688" cy="160338"/>
            </a:xfrm>
            <a:custGeom>
              <a:avLst/>
              <a:gdLst/>
              <a:ahLst/>
              <a:cxnLst/>
              <a:rect l="0" t="0" r="r" b="b"/>
              <a:pathLst>
                <a:path w="35" h="34">
                  <a:moveTo>
                    <a:pt x="18" y="34"/>
                  </a:moveTo>
                  <a:cubicBezTo>
                    <a:pt x="8" y="34"/>
                    <a:pt x="0" y="26"/>
                    <a:pt x="0" y="17"/>
                  </a:cubicBezTo>
                  <a:cubicBezTo>
                    <a:pt x="0" y="7"/>
                    <a:pt x="8" y="0"/>
                    <a:pt x="18" y="0"/>
                  </a:cubicBezTo>
                  <a:cubicBezTo>
                    <a:pt x="27" y="0"/>
                    <a:pt x="35" y="7"/>
                    <a:pt x="35" y="17"/>
                  </a:cubicBezTo>
                  <a:cubicBezTo>
                    <a:pt x="35" y="26"/>
                    <a:pt x="27" y="34"/>
                    <a:pt x="18" y="34"/>
                  </a:cubicBezTo>
                  <a:close/>
                  <a:moveTo>
                    <a:pt x="18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30"/>
                    <a:pt x="18" y="30"/>
                  </a:cubicBezTo>
                  <a:cubicBezTo>
                    <a:pt x="25" y="30"/>
                    <a:pt x="31" y="24"/>
                    <a:pt x="31" y="17"/>
                  </a:cubicBezTo>
                  <a:cubicBezTo>
                    <a:pt x="31" y="10"/>
                    <a:pt x="25" y="4"/>
                    <a:pt x="18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5" name="Freeform 38"/>
            <p:cNvSpPr/>
            <p:nvPr/>
          </p:nvSpPr>
          <p:spPr bwMode="auto">
            <a:xfrm>
              <a:off x="595313" y="4763"/>
              <a:ext cx="638175" cy="4025900"/>
            </a:xfrm>
            <a:custGeom>
              <a:avLst/>
              <a:gdLst/>
              <a:ahLst/>
              <a:cxnLst/>
              <a:rect l="0" t="0" r="r" b="b"/>
              <a:pathLst>
                <a:path w="402" h="2536">
                  <a:moveTo>
                    <a:pt x="402" y="2536"/>
                  </a:moveTo>
                  <a:lnTo>
                    <a:pt x="387" y="2536"/>
                  </a:lnTo>
                  <a:lnTo>
                    <a:pt x="387" y="2311"/>
                  </a:lnTo>
                  <a:lnTo>
                    <a:pt x="0" y="1925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916"/>
                  </a:lnTo>
                  <a:lnTo>
                    <a:pt x="402" y="2302"/>
                  </a:lnTo>
                  <a:lnTo>
                    <a:pt x="402" y="253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6" name="Freeform 39"/>
            <p:cNvSpPr/>
            <p:nvPr/>
          </p:nvSpPr>
          <p:spPr bwMode="auto">
            <a:xfrm>
              <a:off x="1223963" y="1382713"/>
              <a:ext cx="142875" cy="476250"/>
            </a:xfrm>
            <a:custGeom>
              <a:avLst/>
              <a:gdLst/>
              <a:ahLst/>
              <a:cxnLst/>
              <a:rect l="0" t="0" r="r" b="b"/>
              <a:pathLst>
                <a:path w="90" h="300">
                  <a:moveTo>
                    <a:pt x="90" y="300"/>
                  </a:moveTo>
                  <a:lnTo>
                    <a:pt x="78" y="300"/>
                  </a:lnTo>
                  <a:lnTo>
                    <a:pt x="78" y="84"/>
                  </a:lnTo>
                  <a:lnTo>
                    <a:pt x="0" y="9"/>
                  </a:lnTo>
                  <a:lnTo>
                    <a:pt x="9" y="0"/>
                  </a:lnTo>
                  <a:lnTo>
                    <a:pt x="90" y="81"/>
                  </a:lnTo>
                  <a:lnTo>
                    <a:pt x="90" y="30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7" name="Freeform 40"/>
            <p:cNvSpPr>
              <a:spLocks noEditPoints="1"/>
            </p:cNvSpPr>
            <p:nvPr/>
          </p:nvSpPr>
          <p:spPr bwMode="auto">
            <a:xfrm>
              <a:off x="1300163" y="1849438"/>
              <a:ext cx="109538" cy="107950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8" name="Freeform 41"/>
            <p:cNvSpPr/>
            <p:nvPr/>
          </p:nvSpPr>
          <p:spPr bwMode="auto">
            <a:xfrm>
              <a:off x="280988" y="3417888"/>
              <a:ext cx="142875" cy="474663"/>
            </a:xfrm>
            <a:custGeom>
              <a:avLst/>
              <a:gdLst/>
              <a:ahLst/>
              <a:cxnLst/>
              <a:rect l="0" t="0" r="r" b="b"/>
              <a:pathLst>
                <a:path w="90" h="299">
                  <a:moveTo>
                    <a:pt x="12" y="299"/>
                  </a:moveTo>
                  <a:lnTo>
                    <a:pt x="0" y="299"/>
                  </a:lnTo>
                  <a:lnTo>
                    <a:pt x="0" y="80"/>
                  </a:lnTo>
                  <a:lnTo>
                    <a:pt x="81" y="0"/>
                  </a:lnTo>
                  <a:lnTo>
                    <a:pt x="90" y="8"/>
                  </a:lnTo>
                  <a:lnTo>
                    <a:pt x="12" y="83"/>
                  </a:lnTo>
                  <a:lnTo>
                    <a:pt x="12" y="29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9" name="Freeform 42"/>
            <p:cNvSpPr>
              <a:spLocks noEditPoints="1"/>
            </p:cNvSpPr>
            <p:nvPr/>
          </p:nvSpPr>
          <p:spPr bwMode="auto">
            <a:xfrm>
              <a:off x="238125" y="38830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1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1" y="0"/>
                  </a:cubicBezTo>
                  <a:cubicBezTo>
                    <a:pt x="17" y="0"/>
                    <a:pt x="23" y="5"/>
                    <a:pt x="23" y="12"/>
                  </a:cubicBezTo>
                  <a:cubicBezTo>
                    <a:pt x="23" y="18"/>
                    <a:pt x="17" y="23"/>
                    <a:pt x="11" y="23"/>
                  </a:cubicBezTo>
                  <a:close/>
                  <a:moveTo>
                    <a:pt x="11" y="4"/>
                  </a:moveTo>
                  <a:cubicBezTo>
                    <a:pt x="7" y="4"/>
                    <a:pt x="4" y="8"/>
                    <a:pt x="4" y="12"/>
                  </a:cubicBezTo>
                  <a:cubicBezTo>
                    <a:pt x="4" y="16"/>
                    <a:pt x="7" y="19"/>
                    <a:pt x="11" y="19"/>
                  </a:cubicBezTo>
                  <a:cubicBezTo>
                    <a:pt x="15" y="19"/>
                    <a:pt x="19" y="16"/>
                    <a:pt x="19" y="12"/>
                  </a:cubicBezTo>
                  <a:cubicBezTo>
                    <a:pt x="19" y="8"/>
                    <a:pt x="15" y="4"/>
                    <a:pt x="11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0" name="Freeform 43"/>
            <p:cNvSpPr/>
            <p:nvPr/>
          </p:nvSpPr>
          <p:spPr bwMode="auto">
            <a:xfrm>
              <a:off x="4763" y="2166938"/>
              <a:ext cx="114300" cy="452438"/>
            </a:xfrm>
            <a:custGeom>
              <a:avLst/>
              <a:gdLst/>
              <a:ahLst/>
              <a:cxnLst/>
              <a:rect l="0" t="0" r="r" b="b"/>
              <a:pathLst>
                <a:path w="72" h="285">
                  <a:moveTo>
                    <a:pt x="6" y="285"/>
                  </a:moveTo>
                  <a:lnTo>
                    <a:pt x="0" y="276"/>
                  </a:lnTo>
                  <a:lnTo>
                    <a:pt x="60" y="216"/>
                  </a:lnTo>
                  <a:lnTo>
                    <a:pt x="60" y="0"/>
                  </a:lnTo>
                  <a:lnTo>
                    <a:pt x="72" y="0"/>
                  </a:lnTo>
                  <a:lnTo>
                    <a:pt x="72" y="222"/>
                  </a:lnTo>
                  <a:lnTo>
                    <a:pt x="6" y="28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1" name="Freeform 44"/>
            <p:cNvSpPr>
              <a:spLocks noEditPoints="1"/>
            </p:cNvSpPr>
            <p:nvPr/>
          </p:nvSpPr>
          <p:spPr bwMode="auto">
            <a:xfrm>
              <a:off x="52388" y="20669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2" name="Rectangle 45"/>
            <p:cNvSpPr>
              <a:spLocks noChangeArrowheads="1"/>
            </p:cNvSpPr>
            <p:nvPr/>
          </p:nvSpPr>
          <p:spPr bwMode="auto">
            <a:xfrm>
              <a:off x="1228725" y="4662488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3" name="Freeform 46"/>
            <p:cNvSpPr/>
            <p:nvPr/>
          </p:nvSpPr>
          <p:spPr bwMode="auto">
            <a:xfrm>
              <a:off x="1319213" y="5041900"/>
              <a:ext cx="371475" cy="1801813"/>
            </a:xfrm>
            <a:custGeom>
              <a:avLst/>
              <a:gdLst/>
              <a:ahLst/>
              <a:cxnLst/>
              <a:rect l="0" t="0" r="r" b="b"/>
              <a:pathLst>
                <a:path w="234" h="1135">
                  <a:moveTo>
                    <a:pt x="15" y="1135"/>
                  </a:moveTo>
                  <a:lnTo>
                    <a:pt x="0" y="1135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19" y="0"/>
                  </a:lnTo>
                  <a:lnTo>
                    <a:pt x="234" y="6"/>
                  </a:lnTo>
                  <a:lnTo>
                    <a:pt x="15" y="518"/>
                  </a:lnTo>
                  <a:lnTo>
                    <a:pt x="15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4" name="Freeform 47"/>
            <p:cNvSpPr>
              <a:spLocks noEditPoints="1"/>
            </p:cNvSpPr>
            <p:nvPr/>
          </p:nvSpPr>
          <p:spPr bwMode="auto">
            <a:xfrm>
              <a:off x="1147763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5" name="Freeform 48"/>
            <p:cNvSpPr/>
            <p:nvPr/>
          </p:nvSpPr>
          <p:spPr bwMode="auto">
            <a:xfrm>
              <a:off x="819150" y="3983038"/>
              <a:ext cx="347663" cy="2860675"/>
            </a:xfrm>
            <a:custGeom>
              <a:avLst/>
              <a:gdLst/>
              <a:ahLst/>
              <a:cxnLst/>
              <a:rect l="0" t="0" r="r" b="b"/>
              <a:pathLst>
                <a:path w="219" h="1802">
                  <a:moveTo>
                    <a:pt x="219" y="1802"/>
                  </a:moveTo>
                  <a:lnTo>
                    <a:pt x="201" y="1802"/>
                  </a:lnTo>
                  <a:lnTo>
                    <a:pt x="201" y="1185"/>
                  </a:lnTo>
                  <a:lnTo>
                    <a:pt x="0" y="3"/>
                  </a:lnTo>
                  <a:lnTo>
                    <a:pt x="15" y="0"/>
                  </a:lnTo>
                  <a:lnTo>
                    <a:pt x="219" y="1185"/>
                  </a:lnTo>
                  <a:lnTo>
                    <a:pt x="219" y="18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6" name="Freeform 49"/>
            <p:cNvSpPr>
              <a:spLocks noEditPoints="1"/>
            </p:cNvSpPr>
            <p:nvPr/>
          </p:nvSpPr>
          <p:spPr bwMode="auto">
            <a:xfrm>
              <a:off x="728663" y="3806825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7" name="Freeform 50"/>
            <p:cNvSpPr>
              <a:spLocks noEditPoints="1"/>
            </p:cNvSpPr>
            <p:nvPr/>
          </p:nvSpPr>
          <p:spPr bwMode="auto">
            <a:xfrm>
              <a:off x="1624013" y="48672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8" name="Freeform 51"/>
            <p:cNvSpPr/>
            <p:nvPr/>
          </p:nvSpPr>
          <p:spPr bwMode="auto">
            <a:xfrm>
              <a:off x="1404938" y="5422900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18" y="898"/>
                  </a:moveTo>
                  <a:lnTo>
                    <a:pt x="0" y="898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22" y="0"/>
                  </a:lnTo>
                  <a:lnTo>
                    <a:pt x="234" y="6"/>
                  </a:lnTo>
                  <a:lnTo>
                    <a:pt x="18" y="518"/>
                  </a:lnTo>
                  <a:lnTo>
                    <a:pt x="18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9" name="Freeform 52"/>
            <p:cNvSpPr/>
            <p:nvPr/>
          </p:nvSpPr>
          <p:spPr bwMode="auto">
            <a:xfrm>
              <a:off x="1666875" y="5945188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15" y="575"/>
                  </a:moveTo>
                  <a:lnTo>
                    <a:pt x="0" y="569"/>
                  </a:lnTo>
                  <a:lnTo>
                    <a:pt x="81" y="383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6"/>
                  </a:lnTo>
                  <a:lnTo>
                    <a:pt x="15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0" name="Freeform 53"/>
            <p:cNvSpPr>
              <a:spLocks noEditPoints="1"/>
            </p:cNvSpPr>
            <p:nvPr/>
          </p:nvSpPr>
          <p:spPr bwMode="auto">
            <a:xfrm>
              <a:off x="1709738" y="52466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1" name="Freeform 54"/>
            <p:cNvSpPr>
              <a:spLocks noEditPoints="1"/>
            </p:cNvSpPr>
            <p:nvPr/>
          </p:nvSpPr>
          <p:spPr bwMode="auto">
            <a:xfrm>
              <a:off x="1709738" y="57642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2" name="Freeform 55"/>
            <p:cNvSpPr/>
            <p:nvPr/>
          </p:nvSpPr>
          <p:spPr bwMode="auto">
            <a:xfrm>
              <a:off x="1766888" y="6330950"/>
              <a:ext cx="419100" cy="527050"/>
            </a:xfrm>
            <a:custGeom>
              <a:avLst/>
              <a:gdLst/>
              <a:ahLst/>
              <a:cxnLst/>
              <a:rect l="0" t="0" r="r" b="b"/>
              <a:pathLst>
                <a:path w="264" h="332">
                  <a:moveTo>
                    <a:pt x="12" y="332"/>
                  </a:moveTo>
                  <a:lnTo>
                    <a:pt x="0" y="326"/>
                  </a:lnTo>
                  <a:lnTo>
                    <a:pt x="45" y="206"/>
                  </a:lnTo>
                  <a:lnTo>
                    <a:pt x="255" y="0"/>
                  </a:lnTo>
                  <a:lnTo>
                    <a:pt x="264" y="12"/>
                  </a:lnTo>
                  <a:lnTo>
                    <a:pt x="60" y="215"/>
                  </a:lnTo>
                  <a:lnTo>
                    <a:pt x="12" y="33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3" name="Freeform 56"/>
            <p:cNvSpPr>
              <a:spLocks noEditPoints="1"/>
            </p:cNvSpPr>
            <p:nvPr/>
          </p:nvSpPr>
          <p:spPr bwMode="auto">
            <a:xfrm>
              <a:off x="2147888" y="6221413"/>
              <a:ext cx="157163" cy="147638"/>
            </a:xfrm>
            <a:custGeom>
              <a:avLst/>
              <a:gdLst/>
              <a:ahLst/>
              <a:cxnLst/>
              <a:rect l="0" t="0" r="r" b="b"/>
              <a:pathLst>
                <a:path w="33" h="31">
                  <a:moveTo>
                    <a:pt x="16" y="31"/>
                  </a:moveTo>
                  <a:cubicBezTo>
                    <a:pt x="12" y="31"/>
                    <a:pt x="8" y="29"/>
                    <a:pt x="5" y="26"/>
                  </a:cubicBezTo>
                  <a:cubicBezTo>
                    <a:pt x="2" y="24"/>
                    <a:pt x="0" y="20"/>
                    <a:pt x="0" y="15"/>
                  </a:cubicBezTo>
                  <a:cubicBezTo>
                    <a:pt x="0" y="11"/>
                    <a:pt x="2" y="7"/>
                    <a:pt x="5" y="4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0" y="0"/>
                    <a:pt x="24" y="1"/>
                    <a:pt x="27" y="4"/>
                  </a:cubicBezTo>
                  <a:cubicBezTo>
                    <a:pt x="33" y="10"/>
                    <a:pt x="33" y="20"/>
                    <a:pt x="27" y="26"/>
                  </a:cubicBezTo>
                  <a:cubicBezTo>
                    <a:pt x="24" y="29"/>
                    <a:pt x="20" y="31"/>
                    <a:pt x="16" y="31"/>
                  </a:cubicBezTo>
                  <a:close/>
                  <a:moveTo>
                    <a:pt x="16" y="4"/>
                  </a:moveTo>
                  <a:cubicBezTo>
                    <a:pt x="13" y="4"/>
                    <a:pt x="10" y="5"/>
                    <a:pt x="8" y="7"/>
                  </a:cubicBezTo>
                  <a:cubicBezTo>
                    <a:pt x="6" y="9"/>
                    <a:pt x="4" y="12"/>
                    <a:pt x="4" y="15"/>
                  </a:cubicBezTo>
                  <a:cubicBezTo>
                    <a:pt x="4" y="19"/>
                    <a:pt x="6" y="21"/>
                    <a:pt x="8" y="24"/>
                  </a:cubicBezTo>
                  <a:cubicBezTo>
                    <a:pt x="10" y="26"/>
                    <a:pt x="13" y="27"/>
                    <a:pt x="16" y="27"/>
                  </a:cubicBezTo>
                  <a:cubicBezTo>
                    <a:pt x="19" y="27"/>
                    <a:pt x="22" y="26"/>
                    <a:pt x="24" y="24"/>
                  </a:cubicBezTo>
                  <a:cubicBezTo>
                    <a:pt x="29" y="19"/>
                    <a:pt x="29" y="12"/>
                    <a:pt x="24" y="7"/>
                  </a:cubicBezTo>
                  <a:cubicBezTo>
                    <a:pt x="22" y="5"/>
                    <a:pt x="19" y="4"/>
                    <a:pt x="16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4" name="Freeform 57"/>
            <p:cNvSpPr/>
            <p:nvPr/>
          </p:nvSpPr>
          <p:spPr bwMode="auto">
            <a:xfrm>
              <a:off x="504825" y="9525"/>
              <a:ext cx="233363" cy="5103813"/>
            </a:xfrm>
            <a:custGeom>
              <a:avLst/>
              <a:gdLst/>
              <a:ahLst/>
              <a:cxnLst/>
              <a:rect l="0" t="0" r="r" b="b"/>
              <a:pathLst>
                <a:path w="147" h="3215">
                  <a:moveTo>
                    <a:pt x="132" y="3215"/>
                  </a:moveTo>
                  <a:lnTo>
                    <a:pt x="129" y="2754"/>
                  </a:lnTo>
                  <a:lnTo>
                    <a:pt x="0" y="1901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898"/>
                  </a:lnTo>
                  <a:lnTo>
                    <a:pt x="144" y="2754"/>
                  </a:lnTo>
                  <a:lnTo>
                    <a:pt x="147" y="3215"/>
                  </a:lnTo>
                  <a:lnTo>
                    <a:pt x="132" y="321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5" name="Freeform 58"/>
            <p:cNvSpPr>
              <a:spLocks noEditPoints="1"/>
            </p:cNvSpPr>
            <p:nvPr/>
          </p:nvSpPr>
          <p:spPr bwMode="auto">
            <a:xfrm>
              <a:off x="633413" y="5103813"/>
              <a:ext cx="185738" cy="185738"/>
            </a:xfrm>
            <a:custGeom>
              <a:avLst/>
              <a:gdLst/>
              <a:ahLst/>
              <a:cxnLst/>
              <a:rect l="0" t="0" r="r" b="b"/>
              <a:pathLst>
                <a:path w="39" h="39">
                  <a:moveTo>
                    <a:pt x="20" y="39"/>
                  </a:moveTo>
                  <a:cubicBezTo>
                    <a:pt x="9" y="39"/>
                    <a:pt x="0" y="30"/>
                    <a:pt x="0" y="19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0" y="0"/>
                    <a:pt x="39" y="9"/>
                    <a:pt x="39" y="19"/>
                  </a:cubicBezTo>
                  <a:cubicBezTo>
                    <a:pt x="39" y="30"/>
                    <a:pt x="30" y="39"/>
                    <a:pt x="20" y="39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19"/>
                  </a:cubicBezTo>
                  <a:cubicBezTo>
                    <a:pt x="4" y="28"/>
                    <a:pt x="11" y="35"/>
                    <a:pt x="20" y="35"/>
                  </a:cubicBezTo>
                  <a:cubicBezTo>
                    <a:pt x="28" y="35"/>
                    <a:pt x="35" y="28"/>
                    <a:pt x="35" y="19"/>
                  </a:cubicBezTo>
                  <a:cubicBezTo>
                    <a:pt x="35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876424" y="1122363"/>
            <a:ext cx="8791575" cy="2387600"/>
          </a:xfrm>
        </p:spPr>
        <p:txBody>
          <a:bodyPr anchor="b">
            <a:normAutofit/>
          </a:bodyPr>
          <a:lstStyle>
            <a:lvl1pPr algn="l"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76424" y="3602038"/>
            <a:ext cx="8791575" cy="1655762"/>
          </a:xfrm>
        </p:spPr>
        <p:txBody>
          <a:bodyPr>
            <a:normAutofit/>
          </a:bodyPr>
          <a:lstStyle>
            <a:lvl1pPr marL="0" indent="0" algn="l">
              <a:buNone/>
              <a:defRPr sz="2000" cap="all" baseline="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077511" y="5410201"/>
            <a:ext cx="2743200" cy="365125"/>
          </a:xfrm>
        </p:spPr>
        <p:txBody>
          <a:bodyPr/>
          <a:lstStyle/>
          <a:p>
            <a:fld id="{48A87A34-81AB-432B-8DAE-1953F412C126}" type="datetimeFigureOut">
              <a:rPr lang="en-US" smtClean="0"/>
              <a:t>1/22/2026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876424" y="5410201"/>
            <a:ext cx="5124886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896911" y="5410199"/>
            <a:ext cx="771089" cy="365125"/>
          </a:xfrm>
        </p:spPr>
        <p:txBody>
          <a:bodyPr/>
          <a:lstStyle/>
          <a:p>
            <a:fld id="{6D22F896-40B5-4ADD-8801-0D06FADFA09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1425490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1/22/2026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0880803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1419226"/>
            <a:ext cx="9906000" cy="2852737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424362"/>
            <a:ext cx="9906000" cy="1374776"/>
          </a:xfrm>
        </p:spPr>
        <p:txBody>
          <a:bodyPr>
            <a:normAutofit/>
          </a:bodyPr>
          <a:lstStyle>
            <a:lvl1pPr marL="0" indent="0">
              <a:buNone/>
              <a:defRPr sz="1800" cap="all" baseline="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1/22/2026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7427932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41410" y="2249486"/>
            <a:ext cx="4878389" cy="354171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2249486"/>
            <a:ext cx="4875211" cy="354171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1/22/2026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161500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619126"/>
            <a:ext cx="9906000" cy="147796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70019" y="2249486"/>
            <a:ext cx="4649783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41410" y="3073397"/>
            <a:ext cx="4878391" cy="271780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00808" y="2249485"/>
            <a:ext cx="4646602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3073397"/>
            <a:ext cx="4875210" cy="271780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1/22/2026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8205415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1/22/2026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5662263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1/22/2026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8414199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6705" y="609601"/>
            <a:ext cx="3856037" cy="1639884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56200" y="592666"/>
            <a:ext cx="5891209" cy="5198534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6705" y="2249486"/>
            <a:ext cx="3856037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1/22/2026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6940111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5934508" cy="1639886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380721" y="609601"/>
            <a:ext cx="3666690" cy="5181599"/>
          </a:xfrm>
          <a:prstGeom prst="round2DiagRect">
            <a:avLst>
              <a:gd name="adj1" fmla="val 5608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2249486"/>
            <a:ext cx="5934511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1/22/2026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9425565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4304664"/>
            <a:ext cx="9912355" cy="819355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41411" y="606426"/>
            <a:ext cx="9912354" cy="3299778"/>
          </a:xfrm>
          <a:prstGeom prst="round2DiagRect">
            <a:avLst>
              <a:gd name="adj1" fmla="val 4860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320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5124020"/>
            <a:ext cx="9910859" cy="682472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1/22/2026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5328468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56" y="609600"/>
            <a:ext cx="9905955" cy="3429000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4419599"/>
            <a:ext cx="9904459" cy="1371599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1/22/2026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4245466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599"/>
            <a:ext cx="9302752" cy="2748429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365557"/>
            <a:ext cx="8752299" cy="54896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1" y="4309919"/>
            <a:ext cx="9906002" cy="1489496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1/22/2026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60" name="TextBox 59"/>
          <p:cNvSpPr txBox="1"/>
          <p:nvPr/>
        </p:nvSpPr>
        <p:spPr>
          <a:xfrm>
            <a:off x="903512" y="73239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537370" y="2764972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100527238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2134041"/>
            <a:ext cx="9906001" cy="2511835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4657655"/>
            <a:ext cx="9904505" cy="1140644"/>
          </a:xfrm>
        </p:spPr>
        <p:txBody>
          <a:bodyPr anchor="t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1/22/2026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055312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9905998" cy="19050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1141410" y="2674463"/>
            <a:ext cx="3196899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1127918" y="3360263"/>
            <a:ext cx="3208735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14766" y="2677635"/>
            <a:ext cx="3184385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504213" y="3363435"/>
            <a:ext cx="3195830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442" y="2674463"/>
            <a:ext cx="3194968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852442" y="3360263"/>
            <a:ext cx="3194968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1/22/2026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69605052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1141411" y="609600"/>
            <a:ext cx="9905999" cy="19050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1141413" y="4404596"/>
            <a:ext cx="319524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141413" y="2666998"/>
            <a:ext cx="31952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1141413" y="4980858"/>
            <a:ext cx="3195240" cy="81784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89053" y="4404596"/>
            <a:ext cx="320040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489053" y="2666998"/>
            <a:ext cx="31989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87593" y="4980857"/>
            <a:ext cx="3200400" cy="81034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567" y="4404595"/>
            <a:ext cx="3190741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852442" y="2666998"/>
            <a:ext cx="3194969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852442" y="4980854"/>
            <a:ext cx="3194968" cy="810345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1/22/2026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2016078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1/22/2026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36053489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042400" y="609599"/>
            <a:ext cx="2005011" cy="5181601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41410" y="609599"/>
            <a:ext cx="7748590" cy="5181601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1/22/2026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8706291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19">
            <a:alphaModFix amt="30000"/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8" name="Group 7"/>
          <p:cNvGrpSpPr/>
          <p:nvPr/>
        </p:nvGrpSpPr>
        <p:grpSpPr>
          <a:xfrm>
            <a:off x="-14288" y="0"/>
            <a:ext cx="12053888" cy="6858001"/>
            <a:chOff x="-14288" y="0"/>
            <a:chExt cx="12053888" cy="6858001"/>
          </a:xfrm>
          <a:gradFill flip="none" rotWithShape="1">
            <a:gsLst>
              <a:gs pos="0">
                <a:schemeClr val="tx2"/>
              </a:gs>
              <a:gs pos="100000">
                <a:schemeClr val="tx2">
                  <a:lumMod val="50000"/>
                </a:schemeClr>
              </a:gs>
            </a:gsLst>
            <a:lin ang="5400000" scaled="0"/>
            <a:tileRect/>
          </a:gradFill>
        </p:grpSpPr>
        <p:grpSp>
          <p:nvGrpSpPr>
            <p:cNvPr id="9" name="Group 8"/>
            <p:cNvGrpSpPr/>
            <p:nvPr/>
          </p:nvGrpSpPr>
          <p:grpSpPr>
            <a:xfrm>
              <a:off x="-14288" y="0"/>
              <a:ext cx="1220788" cy="6858001"/>
              <a:chOff x="-14288" y="0"/>
              <a:chExt cx="1220788" cy="6858001"/>
            </a:xfrm>
            <a:grpFill/>
          </p:grpSpPr>
          <p:sp>
            <p:nvSpPr>
              <p:cNvPr id="21" name="Rectangle 5"/>
              <p:cNvSpPr>
                <a:spLocks noChangeArrowheads="1"/>
              </p:cNvSpPr>
              <p:nvPr/>
            </p:nvSpPr>
            <p:spPr bwMode="auto">
              <a:xfrm>
                <a:off x="114300" y="4763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2" name="Freeform 6"/>
              <p:cNvSpPr>
                <a:spLocks noEditPoints="1"/>
              </p:cNvSpPr>
              <p:nvPr/>
            </p:nvSpPr>
            <p:spPr bwMode="auto">
              <a:xfrm>
                <a:off x="33337" y="217646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3" name="Freeform 7"/>
              <p:cNvSpPr>
                <a:spLocks noEditPoints="1"/>
              </p:cNvSpPr>
              <p:nvPr/>
            </p:nvSpPr>
            <p:spPr bwMode="auto">
              <a:xfrm>
                <a:off x="28575" y="4021138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4" name="Freeform 8"/>
              <p:cNvSpPr/>
              <p:nvPr/>
            </p:nvSpPr>
            <p:spPr bwMode="auto">
              <a:xfrm>
                <a:off x="200025" y="4763"/>
                <a:ext cx="369888" cy="1811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41">
                    <a:moveTo>
                      <a:pt x="218" y="1141"/>
                    </a:moveTo>
                    <a:lnTo>
                      <a:pt x="0" y="626"/>
                    </a:lnTo>
                    <a:lnTo>
                      <a:pt x="0" y="0"/>
                    </a:lnTo>
                    <a:lnTo>
                      <a:pt x="15" y="0"/>
                    </a:lnTo>
                    <a:lnTo>
                      <a:pt x="15" y="623"/>
                    </a:lnTo>
                    <a:lnTo>
                      <a:pt x="233" y="1135"/>
                    </a:lnTo>
                    <a:lnTo>
                      <a:pt x="218" y="114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5" name="Freeform 9"/>
              <p:cNvSpPr>
                <a:spLocks noEditPoints="1"/>
              </p:cNvSpPr>
              <p:nvPr/>
            </p:nvSpPr>
            <p:spPr bwMode="auto">
              <a:xfrm>
                <a:off x="503237" y="1801813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6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6" name="Freeform 10"/>
              <p:cNvSpPr/>
              <p:nvPr/>
            </p:nvSpPr>
            <p:spPr bwMode="auto">
              <a:xfrm>
                <a:off x="285750" y="4763"/>
                <a:ext cx="369888" cy="1430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901">
                    <a:moveTo>
                      <a:pt x="221" y="901"/>
                    </a:moveTo>
                    <a:lnTo>
                      <a:pt x="0" y="383"/>
                    </a:lnTo>
                    <a:lnTo>
                      <a:pt x="0" y="0"/>
                    </a:lnTo>
                    <a:lnTo>
                      <a:pt x="18" y="0"/>
                    </a:lnTo>
                    <a:lnTo>
                      <a:pt x="18" y="380"/>
                    </a:lnTo>
                    <a:lnTo>
                      <a:pt x="233" y="895"/>
                    </a:lnTo>
                    <a:lnTo>
                      <a:pt x="221" y="90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7" name="Freeform 11"/>
              <p:cNvSpPr/>
              <p:nvPr/>
            </p:nvSpPr>
            <p:spPr bwMode="auto">
              <a:xfrm>
                <a:off x="546100" y="0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96" y="575"/>
                    </a:moveTo>
                    <a:lnTo>
                      <a:pt x="78" y="575"/>
                    </a:lnTo>
                    <a:lnTo>
                      <a:pt x="78" y="192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96" y="189"/>
                    </a:lnTo>
                    <a:lnTo>
                      <a:pt x="96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8" name="Freeform 12"/>
              <p:cNvSpPr>
                <a:spLocks noEditPoints="1"/>
              </p:cNvSpPr>
              <p:nvPr/>
            </p:nvSpPr>
            <p:spPr bwMode="auto">
              <a:xfrm>
                <a:off x="588962" y="14208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7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9" name="Freeform 13"/>
              <p:cNvSpPr>
                <a:spLocks noEditPoints="1"/>
              </p:cNvSpPr>
              <p:nvPr/>
            </p:nvSpPr>
            <p:spPr bwMode="auto">
              <a:xfrm>
                <a:off x="588962" y="9032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0" name="Freeform 14"/>
              <p:cNvSpPr/>
              <p:nvPr/>
            </p:nvSpPr>
            <p:spPr bwMode="auto">
              <a:xfrm>
                <a:off x="641350" y="0"/>
                <a:ext cx="422275" cy="527050"/>
              </a:xfrm>
              <a:custGeom>
                <a:avLst/>
                <a:gdLst/>
                <a:ahLst/>
                <a:cxnLst/>
                <a:rect l="0" t="0" r="r" b="b"/>
                <a:pathLst>
                  <a:path w="266" h="332">
                    <a:moveTo>
                      <a:pt x="257" y="332"/>
                    </a:moveTo>
                    <a:lnTo>
                      <a:pt x="48" y="123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63" y="114"/>
                    </a:lnTo>
                    <a:lnTo>
                      <a:pt x="266" y="320"/>
                    </a:lnTo>
                    <a:lnTo>
                      <a:pt x="257" y="332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1" name="Freeform 15"/>
              <p:cNvSpPr>
                <a:spLocks noEditPoints="1"/>
              </p:cNvSpPr>
              <p:nvPr/>
            </p:nvSpPr>
            <p:spPr bwMode="auto">
              <a:xfrm>
                <a:off x="1020762" y="488950"/>
                <a:ext cx="161925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4" h="31">
                    <a:moveTo>
                      <a:pt x="17" y="31"/>
                    </a:moveTo>
                    <a:cubicBezTo>
                      <a:pt x="13" y="31"/>
                      <a:pt x="9" y="30"/>
                      <a:pt x="6" y="27"/>
                    </a:cubicBezTo>
                    <a:cubicBezTo>
                      <a:pt x="0" y="20"/>
                      <a:pt x="0" y="10"/>
                      <a:pt x="6" y="4"/>
                    </a:cubicBezTo>
                    <a:cubicBezTo>
                      <a:pt x="9" y="1"/>
                      <a:pt x="13" y="0"/>
                      <a:pt x="17" y="0"/>
                    </a:cubicBezTo>
                    <a:cubicBezTo>
                      <a:pt x="21" y="0"/>
                      <a:pt x="25" y="1"/>
                      <a:pt x="28" y="4"/>
                    </a:cubicBezTo>
                    <a:cubicBezTo>
                      <a:pt x="34" y="10"/>
                      <a:pt x="34" y="20"/>
                      <a:pt x="28" y="27"/>
                    </a:cubicBezTo>
                    <a:cubicBezTo>
                      <a:pt x="25" y="30"/>
                      <a:pt x="21" y="31"/>
                      <a:pt x="17" y="31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5"/>
                      <a:pt x="9" y="7"/>
                    </a:cubicBezTo>
                    <a:cubicBezTo>
                      <a:pt x="4" y="12"/>
                      <a:pt x="4" y="19"/>
                      <a:pt x="9" y="24"/>
                    </a:cubicBezTo>
                    <a:cubicBezTo>
                      <a:pt x="11" y="26"/>
                      <a:pt x="14" y="27"/>
                      <a:pt x="17" y="27"/>
                    </a:cubicBezTo>
                    <a:cubicBezTo>
                      <a:pt x="20" y="27"/>
                      <a:pt x="23" y="26"/>
                      <a:pt x="25" y="24"/>
                    </a:cubicBezTo>
                    <a:cubicBezTo>
                      <a:pt x="30" y="19"/>
                      <a:pt x="30" y="12"/>
                      <a:pt x="25" y="7"/>
                    </a:cubicBezTo>
                    <a:cubicBezTo>
                      <a:pt x="23" y="5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2" name="Line 16"/>
              <p:cNvSpPr>
                <a:spLocks noChangeShapeType="1"/>
              </p:cNvSpPr>
              <p:nvPr/>
            </p:nvSpPr>
            <p:spPr bwMode="auto">
              <a:xfrm>
                <a:off x="-4763" y="9525"/>
                <a:ext cx="0" cy="0"/>
              </a:xfrm>
              <a:prstGeom prst="line">
                <a:avLst/>
              </a:prstGeom>
              <a:grpFill/>
              <a:ln w="15" cap="flat">
                <a:solidFill>
                  <a:srgbClr val="FFFFFF"/>
                </a:solidFill>
                <a:prstDash val="solid"/>
                <a:miter lim="800000"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3" name="Freeform 17"/>
              <p:cNvSpPr/>
              <p:nvPr/>
            </p:nvSpPr>
            <p:spPr bwMode="auto">
              <a:xfrm>
                <a:off x="9525" y="1801813"/>
                <a:ext cx="123825" cy="127000"/>
              </a:xfrm>
              <a:custGeom>
                <a:avLst/>
                <a:gdLst/>
                <a:ahLst/>
                <a:cxnLst/>
                <a:rect l="0" t="0" r="r" b="b"/>
                <a:pathLst>
                  <a:path w="78" h="80">
                    <a:moveTo>
                      <a:pt x="6" y="80"/>
                    </a:moveTo>
                    <a:lnTo>
                      <a:pt x="0" y="71"/>
                    </a:lnTo>
                    <a:lnTo>
                      <a:pt x="69" y="0"/>
                    </a:lnTo>
                    <a:lnTo>
                      <a:pt x="78" y="9"/>
                    </a:lnTo>
                    <a:lnTo>
                      <a:pt x="6" y="8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4" name="Freeform 18"/>
              <p:cNvSpPr/>
              <p:nvPr/>
            </p:nvSpPr>
            <p:spPr bwMode="auto">
              <a:xfrm>
                <a:off x="-9525" y="3549650"/>
                <a:ext cx="147638" cy="481013"/>
              </a:xfrm>
              <a:custGeom>
                <a:avLst/>
                <a:gdLst/>
                <a:ahLst/>
                <a:cxnLst/>
                <a:rect l="0" t="0" r="r" b="b"/>
                <a:pathLst>
                  <a:path w="93" h="303">
                    <a:moveTo>
                      <a:pt x="93" y="303"/>
                    </a:moveTo>
                    <a:lnTo>
                      <a:pt x="78" y="303"/>
                    </a:lnTo>
                    <a:lnTo>
                      <a:pt x="78" y="78"/>
                    </a:lnTo>
                    <a:lnTo>
                      <a:pt x="0" y="12"/>
                    </a:lnTo>
                    <a:lnTo>
                      <a:pt x="12" y="0"/>
                    </a:lnTo>
                    <a:lnTo>
                      <a:pt x="93" y="69"/>
                    </a:lnTo>
                    <a:lnTo>
                      <a:pt x="93" y="30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5" name="Freeform 19"/>
              <p:cNvSpPr/>
              <p:nvPr/>
            </p:nvSpPr>
            <p:spPr bwMode="auto">
              <a:xfrm>
                <a:off x="128587" y="1382713"/>
                <a:ext cx="142875" cy="476250"/>
              </a:xfrm>
              <a:custGeom>
                <a:avLst/>
                <a:gdLst/>
                <a:ahLst/>
                <a:cxnLst/>
                <a:rect l="0" t="0" r="r" b="b"/>
                <a:pathLst>
                  <a:path w="90" h="300">
                    <a:moveTo>
                      <a:pt x="90" y="300"/>
                    </a:moveTo>
                    <a:lnTo>
                      <a:pt x="78" y="300"/>
                    </a:lnTo>
                    <a:lnTo>
                      <a:pt x="78" y="84"/>
                    </a:lnTo>
                    <a:lnTo>
                      <a:pt x="0" y="9"/>
                    </a:lnTo>
                    <a:lnTo>
                      <a:pt x="9" y="0"/>
                    </a:lnTo>
                    <a:lnTo>
                      <a:pt x="90" y="81"/>
                    </a:lnTo>
                    <a:lnTo>
                      <a:pt x="90" y="30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6" name="Freeform 20"/>
              <p:cNvSpPr>
                <a:spLocks noEditPoints="1"/>
              </p:cNvSpPr>
              <p:nvPr/>
            </p:nvSpPr>
            <p:spPr bwMode="auto">
              <a:xfrm>
                <a:off x="204787" y="1849438"/>
                <a:ext cx="114300" cy="107950"/>
              </a:xfrm>
              <a:custGeom>
                <a:avLst/>
                <a:gdLst/>
                <a:ahLst/>
                <a:cxnLst/>
                <a:rect l="0" t="0" r="r" b="b"/>
                <a:pathLst>
                  <a:path w="24" h="23">
                    <a:moveTo>
                      <a:pt x="12" y="23"/>
                    </a:moveTo>
                    <a:cubicBezTo>
                      <a:pt x="6" y="23"/>
                      <a:pt x="0" y="18"/>
                      <a:pt x="0" y="12"/>
                    </a:cubicBezTo>
                    <a:cubicBezTo>
                      <a:pt x="0" y="5"/>
                      <a:pt x="6" y="0"/>
                      <a:pt x="12" y="0"/>
                    </a:cubicBezTo>
                    <a:cubicBezTo>
                      <a:pt x="18" y="0"/>
                      <a:pt x="24" y="5"/>
                      <a:pt x="24" y="12"/>
                    </a:cubicBezTo>
                    <a:cubicBezTo>
                      <a:pt x="24" y="18"/>
                      <a:pt x="18" y="23"/>
                      <a:pt x="12" y="23"/>
                    </a:cubicBezTo>
                    <a:close/>
                    <a:moveTo>
                      <a:pt x="12" y="4"/>
                    </a:moveTo>
                    <a:cubicBezTo>
                      <a:pt x="8" y="4"/>
                      <a:pt x="4" y="8"/>
                      <a:pt x="4" y="12"/>
                    </a:cubicBezTo>
                    <a:cubicBezTo>
                      <a:pt x="4" y="16"/>
                      <a:pt x="8" y="19"/>
                      <a:pt x="12" y="19"/>
                    </a:cubicBezTo>
                    <a:cubicBezTo>
                      <a:pt x="16" y="19"/>
                      <a:pt x="20" y="16"/>
                      <a:pt x="20" y="12"/>
                    </a:cubicBezTo>
                    <a:cubicBezTo>
                      <a:pt x="20" y="8"/>
                      <a:pt x="16" y="4"/>
                      <a:pt x="12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7" name="Rectangle 21"/>
              <p:cNvSpPr>
                <a:spLocks noChangeArrowheads="1"/>
              </p:cNvSpPr>
              <p:nvPr/>
            </p:nvSpPr>
            <p:spPr bwMode="auto">
              <a:xfrm>
                <a:off x="133350" y="4662488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8" name="Freeform 22"/>
              <p:cNvSpPr/>
              <p:nvPr/>
            </p:nvSpPr>
            <p:spPr bwMode="auto">
              <a:xfrm>
                <a:off x="223837" y="5041900"/>
                <a:ext cx="369888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35">
                    <a:moveTo>
                      <a:pt x="15" y="1135"/>
                    </a:moveTo>
                    <a:lnTo>
                      <a:pt x="0" y="1135"/>
                    </a:lnTo>
                    <a:lnTo>
                      <a:pt x="0" y="515"/>
                    </a:lnTo>
                    <a:lnTo>
                      <a:pt x="0" y="512"/>
                    </a:lnTo>
                    <a:lnTo>
                      <a:pt x="218" y="0"/>
                    </a:lnTo>
                    <a:lnTo>
                      <a:pt x="233" y="6"/>
                    </a:lnTo>
                    <a:lnTo>
                      <a:pt x="15" y="518"/>
                    </a:lnTo>
                    <a:lnTo>
                      <a:pt x="15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9" name="Freeform 23"/>
              <p:cNvSpPr>
                <a:spLocks noEditPoints="1"/>
              </p:cNvSpPr>
              <p:nvPr/>
            </p:nvSpPr>
            <p:spPr bwMode="auto">
              <a:xfrm>
                <a:off x="52387" y="44815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0" name="Freeform 24"/>
              <p:cNvSpPr/>
              <p:nvPr/>
            </p:nvSpPr>
            <p:spPr bwMode="auto">
              <a:xfrm>
                <a:off x="-14288" y="5627688"/>
                <a:ext cx="85725" cy="1216025"/>
              </a:xfrm>
              <a:custGeom>
                <a:avLst/>
                <a:gdLst/>
                <a:ahLst/>
                <a:cxnLst/>
                <a:rect l="0" t="0" r="r" b="b"/>
                <a:pathLst>
                  <a:path w="54" h="766">
                    <a:moveTo>
                      <a:pt x="54" y="766"/>
                    </a:moveTo>
                    <a:lnTo>
                      <a:pt x="36" y="766"/>
                    </a:lnTo>
                    <a:lnTo>
                      <a:pt x="36" y="149"/>
                    </a:lnTo>
                    <a:lnTo>
                      <a:pt x="0" y="3"/>
                    </a:lnTo>
                    <a:lnTo>
                      <a:pt x="18" y="0"/>
                    </a:lnTo>
                    <a:lnTo>
                      <a:pt x="54" y="146"/>
                    </a:lnTo>
                    <a:lnTo>
                      <a:pt x="54" y="76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1" name="Freeform 25"/>
              <p:cNvSpPr>
                <a:spLocks noEditPoints="1"/>
              </p:cNvSpPr>
              <p:nvPr/>
            </p:nvSpPr>
            <p:spPr bwMode="auto">
              <a:xfrm>
                <a:off x="527050" y="48672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2" name="Freeform 26"/>
              <p:cNvSpPr/>
              <p:nvPr/>
            </p:nvSpPr>
            <p:spPr bwMode="auto">
              <a:xfrm>
                <a:off x="309562" y="5422900"/>
                <a:ext cx="374650" cy="1425575"/>
              </a:xfrm>
              <a:custGeom>
                <a:avLst/>
                <a:gdLst/>
                <a:ahLst/>
                <a:cxnLst/>
                <a:rect l="0" t="0" r="r" b="b"/>
                <a:pathLst>
                  <a:path w="236" h="898">
                    <a:moveTo>
                      <a:pt x="18" y="898"/>
                    </a:moveTo>
                    <a:lnTo>
                      <a:pt x="0" y="898"/>
                    </a:lnTo>
                    <a:lnTo>
                      <a:pt x="0" y="515"/>
                    </a:lnTo>
                    <a:lnTo>
                      <a:pt x="3" y="512"/>
                    </a:lnTo>
                    <a:lnTo>
                      <a:pt x="221" y="0"/>
                    </a:lnTo>
                    <a:lnTo>
                      <a:pt x="236" y="6"/>
                    </a:lnTo>
                    <a:lnTo>
                      <a:pt x="18" y="518"/>
                    </a:lnTo>
                    <a:lnTo>
                      <a:pt x="18" y="898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3" name="Freeform 27"/>
              <p:cNvSpPr/>
              <p:nvPr/>
            </p:nvSpPr>
            <p:spPr bwMode="auto">
              <a:xfrm>
                <a:off x="569912" y="5945188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15" y="575"/>
                    </a:moveTo>
                    <a:lnTo>
                      <a:pt x="0" y="569"/>
                    </a:lnTo>
                    <a:lnTo>
                      <a:pt x="81" y="383"/>
                    </a:lnTo>
                    <a:lnTo>
                      <a:pt x="81" y="0"/>
                    </a:lnTo>
                    <a:lnTo>
                      <a:pt x="96" y="0"/>
                    </a:lnTo>
                    <a:lnTo>
                      <a:pt x="96" y="386"/>
                    </a:lnTo>
                    <a:lnTo>
                      <a:pt x="15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4" name="Freeform 28"/>
              <p:cNvSpPr>
                <a:spLocks noEditPoints="1"/>
              </p:cNvSpPr>
              <p:nvPr/>
            </p:nvSpPr>
            <p:spPr bwMode="auto">
              <a:xfrm>
                <a:off x="612775" y="52466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5" name="Freeform 29"/>
              <p:cNvSpPr>
                <a:spLocks noEditPoints="1"/>
              </p:cNvSpPr>
              <p:nvPr/>
            </p:nvSpPr>
            <p:spPr bwMode="auto">
              <a:xfrm>
                <a:off x="612775" y="57642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6" name="Freeform 30"/>
              <p:cNvSpPr/>
              <p:nvPr/>
            </p:nvSpPr>
            <p:spPr bwMode="auto">
              <a:xfrm>
                <a:off x="669925" y="6330950"/>
                <a:ext cx="417513" cy="517525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6">
                    <a:moveTo>
                      <a:pt x="15" y="326"/>
                    </a:moveTo>
                    <a:lnTo>
                      <a:pt x="0" y="320"/>
                    </a:lnTo>
                    <a:lnTo>
                      <a:pt x="45" y="206"/>
                    </a:lnTo>
                    <a:lnTo>
                      <a:pt x="48" y="206"/>
                    </a:lnTo>
                    <a:lnTo>
                      <a:pt x="254" y="0"/>
                    </a:lnTo>
                    <a:lnTo>
                      <a:pt x="263" y="12"/>
                    </a:lnTo>
                    <a:lnTo>
                      <a:pt x="60" y="215"/>
                    </a:lnTo>
                    <a:lnTo>
                      <a:pt x="15" y="32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7" name="Freeform 31"/>
              <p:cNvSpPr>
                <a:spLocks noEditPoints="1"/>
              </p:cNvSpPr>
              <p:nvPr/>
            </p:nvSpPr>
            <p:spPr bwMode="auto">
              <a:xfrm>
                <a:off x="1049337" y="6221413"/>
                <a:ext cx="157163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3" h="31">
                    <a:moveTo>
                      <a:pt x="16" y="31"/>
                    </a:moveTo>
                    <a:cubicBezTo>
                      <a:pt x="12" y="31"/>
                      <a:pt x="8" y="29"/>
                      <a:pt x="5" y="26"/>
                    </a:cubicBezTo>
                    <a:cubicBezTo>
                      <a:pt x="2" y="24"/>
                      <a:pt x="0" y="20"/>
                      <a:pt x="0" y="15"/>
                    </a:cubicBezTo>
                    <a:cubicBezTo>
                      <a:pt x="0" y="11"/>
                      <a:pt x="2" y="7"/>
                      <a:pt x="5" y="4"/>
                    </a:cubicBezTo>
                    <a:cubicBezTo>
                      <a:pt x="8" y="1"/>
                      <a:pt x="12" y="0"/>
                      <a:pt x="16" y="0"/>
                    </a:cubicBezTo>
                    <a:cubicBezTo>
                      <a:pt x="20" y="0"/>
                      <a:pt x="24" y="1"/>
                      <a:pt x="27" y="4"/>
                    </a:cubicBezTo>
                    <a:cubicBezTo>
                      <a:pt x="33" y="10"/>
                      <a:pt x="33" y="20"/>
                      <a:pt x="27" y="26"/>
                    </a:cubicBezTo>
                    <a:cubicBezTo>
                      <a:pt x="24" y="29"/>
                      <a:pt x="20" y="31"/>
                      <a:pt x="16" y="31"/>
                    </a:cubicBezTo>
                    <a:close/>
                    <a:moveTo>
                      <a:pt x="16" y="4"/>
                    </a:moveTo>
                    <a:cubicBezTo>
                      <a:pt x="13" y="4"/>
                      <a:pt x="10" y="5"/>
                      <a:pt x="8" y="7"/>
                    </a:cubicBezTo>
                    <a:cubicBezTo>
                      <a:pt x="6" y="9"/>
                      <a:pt x="4" y="12"/>
                      <a:pt x="4" y="15"/>
                    </a:cubicBezTo>
                    <a:cubicBezTo>
                      <a:pt x="4" y="19"/>
                      <a:pt x="6" y="21"/>
                      <a:pt x="8" y="24"/>
                    </a:cubicBezTo>
                    <a:cubicBezTo>
                      <a:pt x="10" y="26"/>
                      <a:pt x="13" y="27"/>
                      <a:pt x="16" y="27"/>
                    </a:cubicBezTo>
                    <a:cubicBezTo>
                      <a:pt x="19" y="27"/>
                      <a:pt x="22" y="26"/>
                      <a:pt x="24" y="24"/>
                    </a:cubicBezTo>
                    <a:cubicBezTo>
                      <a:pt x="29" y="19"/>
                      <a:pt x="29" y="12"/>
                      <a:pt x="24" y="7"/>
                    </a:cubicBezTo>
                    <a:cubicBezTo>
                      <a:pt x="22" y="5"/>
                      <a:pt x="19" y="4"/>
                      <a:pt x="16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10" name="Group 9"/>
            <p:cNvGrpSpPr/>
            <p:nvPr/>
          </p:nvGrpSpPr>
          <p:grpSpPr>
            <a:xfrm>
              <a:off x="11364912" y="0"/>
              <a:ext cx="674688" cy="6848476"/>
              <a:chOff x="11364912" y="0"/>
              <a:chExt cx="674688" cy="6848476"/>
            </a:xfrm>
            <a:grpFill/>
          </p:grpSpPr>
          <p:sp>
            <p:nvSpPr>
              <p:cNvPr id="11" name="Freeform 32"/>
              <p:cNvSpPr/>
              <p:nvPr/>
            </p:nvSpPr>
            <p:spPr bwMode="auto">
              <a:xfrm>
                <a:off x="11483975" y="0"/>
                <a:ext cx="417513" cy="512763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3">
                    <a:moveTo>
                      <a:pt x="12" y="323"/>
                    </a:moveTo>
                    <a:lnTo>
                      <a:pt x="0" y="314"/>
                    </a:lnTo>
                    <a:lnTo>
                      <a:pt x="203" y="108"/>
                    </a:lnTo>
                    <a:lnTo>
                      <a:pt x="248" y="0"/>
                    </a:lnTo>
                    <a:lnTo>
                      <a:pt x="263" y="6"/>
                    </a:lnTo>
                    <a:lnTo>
                      <a:pt x="218" y="117"/>
                    </a:lnTo>
                    <a:lnTo>
                      <a:pt x="218" y="117"/>
                    </a:lnTo>
                    <a:lnTo>
                      <a:pt x="12" y="32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2" name="Freeform 33"/>
              <p:cNvSpPr>
                <a:spLocks noEditPoints="1"/>
              </p:cNvSpPr>
              <p:nvPr/>
            </p:nvSpPr>
            <p:spPr bwMode="auto">
              <a:xfrm>
                <a:off x="11364912" y="474663"/>
                <a:ext cx="157163" cy="152400"/>
              </a:xfrm>
              <a:custGeom>
                <a:avLst/>
                <a:gdLst/>
                <a:ahLst/>
                <a:cxnLst/>
                <a:rect l="0" t="0" r="r" b="b"/>
                <a:pathLst>
                  <a:path w="33" h="32">
                    <a:moveTo>
                      <a:pt x="17" y="32"/>
                    </a:moveTo>
                    <a:cubicBezTo>
                      <a:pt x="13" y="32"/>
                      <a:pt x="9" y="30"/>
                      <a:pt x="6" y="27"/>
                    </a:cubicBezTo>
                    <a:cubicBezTo>
                      <a:pt x="0" y="21"/>
                      <a:pt x="0" y="11"/>
                      <a:pt x="6" y="5"/>
                    </a:cubicBezTo>
                    <a:cubicBezTo>
                      <a:pt x="9" y="2"/>
                      <a:pt x="13" y="0"/>
                      <a:pt x="17" y="0"/>
                    </a:cubicBezTo>
                    <a:cubicBezTo>
                      <a:pt x="21" y="0"/>
                      <a:pt x="25" y="2"/>
                      <a:pt x="28" y="5"/>
                    </a:cubicBezTo>
                    <a:cubicBezTo>
                      <a:pt x="31" y="8"/>
                      <a:pt x="33" y="12"/>
                      <a:pt x="33" y="16"/>
                    </a:cubicBezTo>
                    <a:cubicBezTo>
                      <a:pt x="33" y="20"/>
                      <a:pt x="31" y="24"/>
                      <a:pt x="28" y="27"/>
                    </a:cubicBezTo>
                    <a:cubicBezTo>
                      <a:pt x="25" y="30"/>
                      <a:pt x="21" y="32"/>
                      <a:pt x="17" y="32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6"/>
                      <a:pt x="9" y="8"/>
                    </a:cubicBezTo>
                    <a:cubicBezTo>
                      <a:pt x="4" y="12"/>
                      <a:pt x="4" y="20"/>
                      <a:pt x="9" y="24"/>
                    </a:cubicBezTo>
                    <a:cubicBezTo>
                      <a:pt x="11" y="27"/>
                      <a:pt x="14" y="28"/>
                      <a:pt x="17" y="28"/>
                    </a:cubicBezTo>
                    <a:cubicBezTo>
                      <a:pt x="20" y="28"/>
                      <a:pt x="23" y="27"/>
                      <a:pt x="26" y="24"/>
                    </a:cubicBezTo>
                    <a:cubicBezTo>
                      <a:pt x="30" y="20"/>
                      <a:pt x="30" y="12"/>
                      <a:pt x="26" y="8"/>
                    </a:cubicBezTo>
                    <a:cubicBezTo>
                      <a:pt x="23" y="6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3" name="Freeform 34"/>
              <p:cNvSpPr>
                <a:spLocks noEditPoints="1"/>
              </p:cNvSpPr>
              <p:nvPr/>
            </p:nvSpPr>
            <p:spPr bwMode="auto">
              <a:xfrm>
                <a:off x="11631612" y="1539875"/>
                <a:ext cx="188913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4" name="Freeform 35"/>
              <p:cNvSpPr/>
              <p:nvPr/>
            </p:nvSpPr>
            <p:spPr bwMode="auto">
              <a:xfrm>
                <a:off x="11531600" y="5694363"/>
                <a:ext cx="298450" cy="1154113"/>
              </a:xfrm>
              <a:custGeom>
                <a:avLst/>
                <a:gdLst/>
                <a:ahLst/>
                <a:cxnLst/>
                <a:rect l="0" t="0" r="r" b="b"/>
                <a:pathLst>
                  <a:path w="188" h="727">
                    <a:moveTo>
                      <a:pt x="15" y="727"/>
                    </a:moveTo>
                    <a:lnTo>
                      <a:pt x="0" y="727"/>
                    </a:lnTo>
                    <a:lnTo>
                      <a:pt x="0" y="407"/>
                    </a:lnTo>
                    <a:lnTo>
                      <a:pt x="0" y="407"/>
                    </a:lnTo>
                    <a:lnTo>
                      <a:pt x="176" y="0"/>
                    </a:lnTo>
                    <a:lnTo>
                      <a:pt x="188" y="6"/>
                    </a:lnTo>
                    <a:lnTo>
                      <a:pt x="15" y="410"/>
                    </a:lnTo>
                    <a:lnTo>
                      <a:pt x="15" y="727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5" name="Freeform 36"/>
              <p:cNvSpPr>
                <a:spLocks noEditPoints="1"/>
              </p:cNvSpPr>
              <p:nvPr/>
            </p:nvSpPr>
            <p:spPr bwMode="auto">
              <a:xfrm>
                <a:off x="11772900" y="5551488"/>
                <a:ext cx="157163" cy="155575"/>
              </a:xfrm>
              <a:custGeom>
                <a:avLst/>
                <a:gdLst/>
                <a:ahLst/>
                <a:cxnLst/>
                <a:rect l="0" t="0" r="r" b="b"/>
                <a:pathLst>
                  <a:path w="33" h="33">
                    <a:moveTo>
                      <a:pt x="17" y="33"/>
                    </a:moveTo>
                    <a:cubicBezTo>
                      <a:pt x="8" y="33"/>
                      <a:pt x="0" y="25"/>
                      <a:pt x="0" y="16"/>
                    </a:cubicBezTo>
                    <a:cubicBezTo>
                      <a:pt x="0" y="7"/>
                      <a:pt x="8" y="0"/>
                      <a:pt x="17" y="0"/>
                    </a:cubicBezTo>
                    <a:cubicBezTo>
                      <a:pt x="26" y="0"/>
                      <a:pt x="33" y="7"/>
                      <a:pt x="33" y="16"/>
                    </a:cubicBezTo>
                    <a:cubicBezTo>
                      <a:pt x="33" y="25"/>
                      <a:pt x="26" y="33"/>
                      <a:pt x="17" y="33"/>
                    </a:cubicBezTo>
                    <a:close/>
                    <a:moveTo>
                      <a:pt x="17" y="4"/>
                    </a:moveTo>
                    <a:cubicBezTo>
                      <a:pt x="10" y="4"/>
                      <a:pt x="4" y="9"/>
                      <a:pt x="4" y="16"/>
                    </a:cubicBezTo>
                    <a:cubicBezTo>
                      <a:pt x="4" y="23"/>
                      <a:pt x="10" y="29"/>
                      <a:pt x="17" y="29"/>
                    </a:cubicBezTo>
                    <a:cubicBezTo>
                      <a:pt x="23" y="29"/>
                      <a:pt x="29" y="23"/>
                      <a:pt x="29" y="16"/>
                    </a:cubicBezTo>
                    <a:cubicBezTo>
                      <a:pt x="29" y="9"/>
                      <a:pt x="23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6" name="Freeform 37"/>
              <p:cNvSpPr/>
              <p:nvPr/>
            </p:nvSpPr>
            <p:spPr bwMode="auto">
              <a:xfrm>
                <a:off x="11710987" y="4763"/>
                <a:ext cx="304800" cy="1544638"/>
              </a:xfrm>
              <a:custGeom>
                <a:avLst/>
                <a:gdLst/>
                <a:ahLst/>
                <a:cxnLst/>
                <a:rect l="0" t="0" r="r" b="b"/>
                <a:pathLst>
                  <a:path w="192" h="973">
                    <a:moveTo>
                      <a:pt x="15" y="973"/>
                    </a:moveTo>
                    <a:lnTo>
                      <a:pt x="0" y="973"/>
                    </a:lnTo>
                    <a:lnTo>
                      <a:pt x="0" y="790"/>
                    </a:lnTo>
                    <a:lnTo>
                      <a:pt x="174" y="614"/>
                    </a:lnTo>
                    <a:lnTo>
                      <a:pt x="174" y="0"/>
                    </a:lnTo>
                    <a:lnTo>
                      <a:pt x="192" y="0"/>
                    </a:lnTo>
                    <a:lnTo>
                      <a:pt x="192" y="620"/>
                    </a:lnTo>
                    <a:lnTo>
                      <a:pt x="15" y="796"/>
                    </a:lnTo>
                    <a:lnTo>
                      <a:pt x="15" y="97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7" name="Freeform 38"/>
              <p:cNvSpPr>
                <a:spLocks noEditPoints="1"/>
              </p:cNvSpPr>
              <p:nvPr/>
            </p:nvSpPr>
            <p:spPr bwMode="auto">
              <a:xfrm>
                <a:off x="11636375" y="4867275"/>
                <a:ext cx="188913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8" name="Freeform 39"/>
              <p:cNvSpPr/>
              <p:nvPr/>
            </p:nvSpPr>
            <p:spPr bwMode="auto">
              <a:xfrm>
                <a:off x="11441112" y="5046663"/>
                <a:ext cx="307975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194" h="1135">
                    <a:moveTo>
                      <a:pt x="18" y="1135"/>
                    </a:moveTo>
                    <a:lnTo>
                      <a:pt x="0" y="1135"/>
                    </a:lnTo>
                    <a:lnTo>
                      <a:pt x="0" y="354"/>
                    </a:lnTo>
                    <a:lnTo>
                      <a:pt x="176" y="177"/>
                    </a:lnTo>
                    <a:lnTo>
                      <a:pt x="176" y="0"/>
                    </a:lnTo>
                    <a:lnTo>
                      <a:pt x="194" y="0"/>
                    </a:lnTo>
                    <a:lnTo>
                      <a:pt x="194" y="183"/>
                    </a:lnTo>
                    <a:lnTo>
                      <a:pt x="18" y="360"/>
                    </a:lnTo>
                    <a:lnTo>
                      <a:pt x="18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9" name="Freeform 40"/>
              <p:cNvSpPr>
                <a:spLocks noEditPoints="1"/>
              </p:cNvSpPr>
              <p:nvPr/>
            </p:nvSpPr>
            <p:spPr bwMode="auto">
              <a:xfrm>
                <a:off x="11849100" y="64166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0" name="Rectangle 41"/>
              <p:cNvSpPr>
                <a:spLocks noChangeArrowheads="1"/>
              </p:cNvSpPr>
              <p:nvPr/>
            </p:nvSpPr>
            <p:spPr bwMode="auto">
              <a:xfrm>
                <a:off x="11939587" y="6596063"/>
                <a:ext cx="23813" cy="252413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</p:grp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141413" y="618518"/>
            <a:ext cx="9905998" cy="147857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2" y="2249487"/>
            <a:ext cx="9905999" cy="354171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456921" y="5883276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A87A34-81AB-432B-8DAE-1953F412C126}" type="datetimeFigureOut">
              <a:rPr lang="en-US" smtClean="0"/>
              <a:pPr/>
              <a:t>1/22/2026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141411" y="5883275"/>
            <a:ext cx="623930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 cap="all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276321" y="5883274"/>
            <a:ext cx="77108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D22F896-40B5-4ADD-8801-0D06FADFA09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60987329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70" r:id="rId1"/>
    <p:sldLayoutId id="2147483671" r:id="rId2"/>
    <p:sldLayoutId id="2147483672" r:id="rId3"/>
    <p:sldLayoutId id="2147483673" r:id="rId4"/>
    <p:sldLayoutId id="2147483674" r:id="rId5"/>
    <p:sldLayoutId id="2147483675" r:id="rId6"/>
    <p:sldLayoutId id="2147483676" r:id="rId7"/>
    <p:sldLayoutId id="2147483677" r:id="rId8"/>
    <p:sldLayoutId id="2147483678" r:id="rId9"/>
    <p:sldLayoutId id="2147483679" r:id="rId10"/>
    <p:sldLayoutId id="2147483680" r:id="rId11"/>
    <p:sldLayoutId id="2147483681" r:id="rId12"/>
    <p:sldLayoutId id="2147483682" r:id="rId13"/>
    <p:sldLayoutId id="2147483683" r:id="rId14"/>
    <p:sldLayoutId id="2147483684" r:id="rId15"/>
    <p:sldLayoutId id="2147483685" r:id="rId16"/>
    <p:sldLayoutId id="2147483686" r:id="rId17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kern="1200" cap="all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SzPct val="125000"/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3" Type="http://schemas.openxmlformats.org/officeDocument/2006/relationships/image" Target="../media/image11.png"/><Relationship Id="rId7" Type="http://schemas.openxmlformats.org/officeDocument/2006/relationships/image" Target="../media/image15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jpeg"/><Relationship Id="rId2" Type="http://schemas.openxmlformats.org/officeDocument/2006/relationships/image" Target="../media/image17.jpe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68D3E5-C7A3-47DF-A374-46BF83A6990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066879" y="638385"/>
            <a:ext cx="4130063" cy="789708"/>
          </a:xfrm>
        </p:spPr>
        <p:txBody>
          <a:bodyPr>
            <a:normAutofit/>
          </a:bodyPr>
          <a:lstStyle/>
          <a:p>
            <a:pPr algn="ctr"/>
            <a:r>
              <a:rPr lang="en-US" sz="2800" b="1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BÁO CÁO MÔN HỌC: 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E78725B-6E40-4D82-B375-7831D81C29E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992348" y="5495424"/>
            <a:ext cx="5725826" cy="1215733"/>
          </a:xfrm>
        </p:spPr>
        <p:txBody>
          <a:bodyPr>
            <a:noAutofit/>
          </a:bodyPr>
          <a:lstStyle/>
          <a:p>
            <a:pPr>
              <a:spcBef>
                <a:spcPts val="0"/>
              </a:spcBef>
            </a:pPr>
            <a:r>
              <a:rPr lang="en-US" b="1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Thực</a:t>
            </a:r>
            <a:r>
              <a:rPr lang="en-US" b="1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US" b="1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hiện</a:t>
            </a:r>
            <a:r>
              <a:rPr lang="en-US" b="1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: </a:t>
            </a:r>
            <a:r>
              <a:rPr lang="en-US" b="1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nhóm</a:t>
            </a:r>
            <a:r>
              <a:rPr lang="en-US" b="1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32</a:t>
            </a:r>
          </a:p>
          <a:p>
            <a:pPr>
              <a:spcBef>
                <a:spcPts val="0"/>
              </a:spcBef>
            </a:pPr>
            <a:r>
              <a:rPr lang="en-US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- Huỳnh </a:t>
            </a:r>
            <a:r>
              <a:rPr lang="en-US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quốc</a:t>
            </a:r>
            <a:r>
              <a:rPr lang="en-US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US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bữu</a:t>
            </a:r>
            <a:r>
              <a:rPr lang="en-US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 	</a:t>
            </a:r>
            <a:r>
              <a:rPr lang="vi-VN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240104026</a:t>
            </a:r>
            <a:endParaRPr lang="en-US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  <a:p>
            <a:pPr>
              <a:spcBef>
                <a:spcPts val="0"/>
              </a:spcBef>
            </a:pPr>
            <a:r>
              <a:rPr lang="en-US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- </a:t>
            </a:r>
            <a:r>
              <a:rPr lang="en-US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Trần</a:t>
            </a:r>
            <a:r>
              <a:rPr lang="en-US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US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võ</a:t>
            </a:r>
            <a:r>
              <a:rPr lang="en-US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US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bảo</a:t>
            </a:r>
            <a:r>
              <a:rPr lang="en-US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US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thiên</a:t>
            </a:r>
            <a:r>
              <a:rPr lang="en-US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 </a:t>
            </a:r>
            <a:r>
              <a:rPr lang="vi-VN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240104052</a:t>
            </a:r>
            <a:endParaRPr lang="en-US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CBE50C9-20AC-EDF5-B2DE-A3BFBA9A630C}"/>
              </a:ext>
            </a:extLst>
          </p:cNvPr>
          <p:cNvSpPr txBox="1">
            <a:spLocks/>
          </p:cNvSpPr>
          <p:nvPr/>
        </p:nvSpPr>
        <p:spPr>
          <a:xfrm>
            <a:off x="1323888" y="1119276"/>
            <a:ext cx="10402710" cy="110642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800" kern="1200" cap="all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vi-VN" sz="4400" b="1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BIG DATA AND CLOUD</a:t>
            </a:r>
            <a:r>
              <a:rPr lang="en-US" sz="4400" b="1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vi-VN" sz="4400" b="1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COMPUTING</a:t>
            </a:r>
            <a:r>
              <a:rPr lang="en-US" sz="4400" b="1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8423E9B1-8345-8161-3F80-38E77146F7EA}"/>
              </a:ext>
            </a:extLst>
          </p:cNvPr>
          <p:cNvSpPr txBox="1">
            <a:spLocks/>
          </p:cNvSpPr>
          <p:nvPr/>
        </p:nvSpPr>
        <p:spPr>
          <a:xfrm>
            <a:off x="4599447" y="2432151"/>
            <a:ext cx="2904477" cy="606278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800" kern="1200" cap="all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2800" b="1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Đề</a:t>
            </a:r>
            <a:r>
              <a:rPr lang="en-US" sz="2800" b="1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US" sz="2800" b="1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tài</a:t>
            </a:r>
            <a:r>
              <a:rPr lang="en-US" sz="2800" b="1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: 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D16D0FE9-EBC1-0CFA-0956-F0C80A8EB7FC}"/>
              </a:ext>
            </a:extLst>
          </p:cNvPr>
          <p:cNvSpPr txBox="1">
            <a:spLocks/>
          </p:cNvSpPr>
          <p:nvPr/>
        </p:nvSpPr>
        <p:spPr>
          <a:xfrm>
            <a:off x="820133" y="2986273"/>
            <a:ext cx="11243090" cy="1797630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800" kern="1200" cap="all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vi-VN" sz="3800" b="1" dirty="0">
                <a:solidFill>
                  <a:schemeClr val="tx2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PHÁT HIỆN BẤT THƯỜNG </a:t>
            </a:r>
            <a:endParaRPr lang="en-US" sz="3800" b="1" dirty="0">
              <a:solidFill>
                <a:schemeClr val="tx2"/>
              </a:solidFill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  <a:p>
            <a:pPr algn="ctr"/>
            <a:r>
              <a:rPr lang="vi-VN" sz="3800" b="1" dirty="0">
                <a:solidFill>
                  <a:schemeClr val="tx2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TRONG DỮ</a:t>
            </a:r>
            <a:r>
              <a:rPr lang="en-US" sz="3800" b="1" dirty="0">
                <a:solidFill>
                  <a:schemeClr val="tx2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vi-VN" sz="3800" b="1" dirty="0">
                <a:solidFill>
                  <a:schemeClr val="tx2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LIỆU</a:t>
            </a:r>
            <a:r>
              <a:rPr lang="en-US" sz="3800" b="1" dirty="0">
                <a:solidFill>
                  <a:schemeClr val="tx2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vi-VN" sz="3800" b="1" dirty="0">
                <a:solidFill>
                  <a:schemeClr val="tx2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IOT (</a:t>
            </a:r>
            <a:r>
              <a:rPr lang="en-US" sz="3800" b="1" dirty="0" err="1">
                <a:solidFill>
                  <a:schemeClr val="tx2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nhiệt</a:t>
            </a:r>
            <a:r>
              <a:rPr lang="en-US" sz="3800" b="1" dirty="0">
                <a:solidFill>
                  <a:schemeClr val="tx2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US" sz="3800" b="1" dirty="0" err="1">
                <a:solidFill>
                  <a:schemeClr val="tx2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độ</a:t>
            </a:r>
            <a:r>
              <a:rPr lang="en-US" sz="3800" b="1" dirty="0">
                <a:solidFill>
                  <a:schemeClr val="tx2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, </a:t>
            </a:r>
            <a:r>
              <a:rPr lang="en-US" sz="3800" b="1" dirty="0" err="1">
                <a:solidFill>
                  <a:schemeClr val="tx2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độ</a:t>
            </a:r>
            <a:r>
              <a:rPr lang="en-US" sz="3800" b="1" dirty="0">
                <a:solidFill>
                  <a:schemeClr val="tx2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US" sz="3800" b="1" dirty="0" err="1">
                <a:solidFill>
                  <a:schemeClr val="tx2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ẩm</a:t>
            </a:r>
            <a:r>
              <a:rPr lang="en-US" sz="3800" b="1" dirty="0">
                <a:solidFill>
                  <a:schemeClr val="tx2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, ...</a:t>
            </a:r>
            <a:r>
              <a:rPr lang="vi-VN" sz="3800" b="1" dirty="0">
                <a:solidFill>
                  <a:schemeClr val="tx2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) </a:t>
            </a:r>
            <a:endParaRPr lang="en-US" sz="3800" b="1" dirty="0">
              <a:solidFill>
                <a:schemeClr val="tx2"/>
              </a:solidFill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  <a:p>
            <a:pPr algn="ctr"/>
            <a:r>
              <a:rPr lang="en-US" sz="3800" b="1" dirty="0">
                <a:solidFill>
                  <a:schemeClr val="tx2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SỬ DỤNG </a:t>
            </a:r>
            <a:r>
              <a:rPr lang="vi-VN" sz="3800" b="1" dirty="0">
                <a:solidFill>
                  <a:schemeClr val="tx2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SPARK VÀ KAFKA</a:t>
            </a:r>
            <a:endParaRPr lang="en-US" sz="3800" b="1" dirty="0">
              <a:solidFill>
                <a:schemeClr val="tx2"/>
              </a:solidFill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p:sp>
        <p:nvSpPr>
          <p:cNvPr id="7" name="Subtitle 2">
            <a:extLst>
              <a:ext uri="{FF2B5EF4-FFF2-40B4-BE49-F238E27FC236}">
                <a16:creationId xmlns:a16="http://schemas.microsoft.com/office/drawing/2014/main" id="{53B7BF4A-1ECF-FBD0-260E-CA5FAC8BD357}"/>
              </a:ext>
            </a:extLst>
          </p:cNvPr>
          <p:cNvSpPr txBox="1">
            <a:spLocks/>
          </p:cNvSpPr>
          <p:nvPr/>
        </p:nvSpPr>
        <p:spPr>
          <a:xfrm>
            <a:off x="6606886" y="5533373"/>
            <a:ext cx="5725826" cy="1042698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0" indent="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None/>
              <a:defRPr sz="2000" kern="1200" cap="all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2400" b="1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Giảng</a:t>
            </a:r>
            <a:r>
              <a:rPr lang="en-US" sz="2400" b="1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US" sz="2400" b="1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viên</a:t>
            </a:r>
            <a:r>
              <a:rPr lang="en-US" sz="2400" b="1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:</a:t>
            </a:r>
          </a:p>
          <a:p>
            <a:pPr algn="ctr"/>
            <a:r>
              <a:rPr lang="en-US" sz="2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Ts. Nguyễn </a:t>
            </a:r>
            <a:r>
              <a:rPr lang="en-US" sz="2400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thanh</a:t>
            </a:r>
            <a:r>
              <a:rPr lang="en-US" sz="2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US" sz="2400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bình</a:t>
            </a:r>
            <a:endParaRPr lang="en-US" sz="2400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1935926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DB6CE4-2B13-4715-B5B2-615A55922C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400" b="1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Nội</a:t>
            </a:r>
            <a:r>
              <a:rPr lang="en-US" sz="4400" b="1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dung</a:t>
            </a:r>
          </a:p>
        </p:txBody>
      </p:sp>
      <p:sp>
        <p:nvSpPr>
          <p:cNvPr id="10" name="Rectangle 1">
            <a:extLst>
              <a:ext uri="{FF2B5EF4-FFF2-40B4-BE49-F238E27FC236}">
                <a16:creationId xmlns:a16="http://schemas.microsoft.com/office/drawing/2014/main" id="{573D2EE8-D8CF-0051-3E36-A48046D6B715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41413" y="1781618"/>
            <a:ext cx="11445730" cy="443198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ts val="60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q"/>
              <a:tabLst/>
            </a:pP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kumimoji="0" lang="en-US" altLang="en-US" sz="3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Giới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kumimoji="0" lang="en-US" altLang="en-US" sz="3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thiệu</a:t>
            </a:r>
            <a:endParaRPr kumimoji="0" lang="en-US" altLang="en-US" sz="3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ts val="60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q"/>
              <a:tabLst/>
            </a:pP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kumimoji="0" lang="en-US" altLang="en-US" sz="3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Thiết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kumimoji="0" lang="en-US" altLang="en-US" sz="3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kế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kumimoji="0" lang="en-US" altLang="en-US" sz="3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hệ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kumimoji="0" lang="en-US" altLang="en-US" sz="3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thống</a:t>
            </a:r>
            <a:endParaRPr kumimoji="0" lang="en-US" altLang="en-US" sz="3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ts val="60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q"/>
              <a:tabLst/>
            </a:pP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US" altLang="en-US" sz="3600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Thiết</a:t>
            </a:r>
            <a:r>
              <a:rPr lang="en-US" altLang="en-US" sz="36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US" altLang="en-US" sz="3600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bị</a:t>
            </a:r>
            <a:r>
              <a:rPr lang="en-US" altLang="en-US" sz="36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US" altLang="en-US" sz="3600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phần</a:t>
            </a:r>
            <a:r>
              <a:rPr lang="en-US" altLang="en-US" sz="36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US" altLang="en-US" sz="3600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cứng</a:t>
            </a:r>
            <a:r>
              <a:rPr lang="en-US" altLang="en-US" sz="36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(sensors)</a:t>
            </a:r>
            <a:endParaRPr kumimoji="0" lang="en-US" altLang="en-US" sz="3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ts val="60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q"/>
              <a:tabLst/>
            </a:pP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Phương </a:t>
            </a:r>
            <a:r>
              <a:rPr kumimoji="0" lang="en-US" altLang="en-US" sz="3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pháp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kumimoji="0" lang="en-US" altLang="en-US" sz="3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phát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kumimoji="0" lang="en-US" altLang="en-US" sz="3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hiện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kumimoji="0" lang="en-US" altLang="en-US" sz="3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bất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kumimoji="0" lang="en-US" altLang="en-US" sz="3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thường</a:t>
            </a:r>
            <a:endParaRPr kumimoji="0" lang="en-US" altLang="en-US" sz="3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ts val="60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q"/>
              <a:tabLst/>
            </a:pP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kumimoji="0" lang="en-US" altLang="en-US" sz="3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Triển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kumimoji="0" lang="en-US" altLang="en-US" sz="3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khai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kumimoji="0" lang="en-US" altLang="en-US" sz="3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và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kumimoji="0" lang="en-US" altLang="en-US" sz="3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kết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kumimoji="0" lang="en-US" altLang="en-US" sz="3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quả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kumimoji="0" lang="en-US" altLang="en-US" sz="3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đạt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kumimoji="0" lang="en-US" altLang="en-US" sz="3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được</a:t>
            </a:r>
            <a:endParaRPr kumimoji="0" lang="en-US" altLang="en-US" sz="3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ts val="60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q"/>
              <a:tabLst/>
            </a:pPr>
            <a:r>
              <a:rPr lang="en-US" altLang="en-US" sz="36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US" altLang="en-US" sz="3600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Kịch</a:t>
            </a:r>
            <a:r>
              <a:rPr lang="en-US" altLang="en-US" sz="36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US" altLang="en-US" sz="3600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bản</a:t>
            </a:r>
            <a:r>
              <a:rPr lang="en-US" altLang="en-US" sz="36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demo </a:t>
            </a:r>
            <a:r>
              <a:rPr lang="en-US" altLang="en-US" sz="3600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và</a:t>
            </a:r>
            <a:r>
              <a:rPr lang="en-US" altLang="en-US" sz="36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demo</a:t>
            </a:r>
            <a:endParaRPr kumimoji="0" lang="en-US" altLang="en-US" sz="3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ts val="60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q"/>
              <a:tabLst/>
            </a:pP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kumimoji="0" lang="en-US" altLang="en-US" sz="3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Kết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kumimoji="0" lang="en-US" altLang="en-US" sz="3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luận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kumimoji="0" lang="en-US" altLang="en-US" sz="3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và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kumimoji="0" lang="en-US" altLang="en-US" sz="3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hướng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kumimoji="0" lang="en-US" altLang="en-US" sz="3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phát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kumimoji="0" lang="en-US" altLang="en-US" sz="3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triển</a:t>
            </a:r>
            <a:endParaRPr kumimoji="0" lang="en-US" altLang="en-US" sz="3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5368974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FC1AB5-DB60-61D9-F252-9975763DDF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40755" y="90179"/>
            <a:ext cx="3981043" cy="919335"/>
          </a:xfrm>
        </p:spPr>
        <p:txBody>
          <a:bodyPr>
            <a:normAutofit/>
          </a:bodyPr>
          <a:lstStyle/>
          <a:p>
            <a:r>
              <a:rPr lang="en-US" b="1" cap="none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GIỚI THIỆU</a:t>
            </a:r>
            <a:endParaRPr lang="en-US" b="1" dirty="0"/>
          </a:p>
        </p:txBody>
      </p:sp>
      <p:sp>
        <p:nvSpPr>
          <p:cNvPr id="7" name="Rectangle 2">
            <a:extLst>
              <a:ext uri="{FF2B5EF4-FFF2-40B4-BE49-F238E27FC236}">
                <a16:creationId xmlns:a16="http://schemas.microsoft.com/office/drawing/2014/main" id="{DBC6331C-7B96-5381-EAEB-3C39229146E3}"/>
              </a:ext>
            </a:extLst>
          </p:cNvPr>
          <p:cNvSpPr>
            <a:spLocks noChangeArrowheads="1"/>
          </p:cNvSpPr>
          <p:nvPr/>
        </p:nvSpPr>
        <p:spPr bwMode="auto">
          <a:xfrm>
            <a:off x="894781" y="1884527"/>
            <a:ext cx="5141624" cy="470898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285750" marR="0" lvl="0" indent="-285750" algn="just" defTabSz="914400" rtl="0" eaLnBrk="0" fontAlgn="base" latinLnBrk="0" hangingPunct="0">
              <a:lnSpc>
                <a:spcPct val="100000"/>
              </a:lnSpc>
              <a:spcBef>
                <a:spcPts val="60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q"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Nông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nghiệp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thông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minh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cần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giám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sát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môi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trường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theo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thời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gian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thực</a:t>
            </a:r>
            <a:endParaRPr kumimoji="0" lang="en-US" altLang="en-US" sz="2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285750" marR="0" lvl="0" indent="-285750" algn="just" defTabSz="914400" rtl="0" eaLnBrk="0" fontAlgn="base" latinLnBrk="0" hangingPunct="0">
              <a:lnSpc>
                <a:spcPct val="100000"/>
              </a:lnSpc>
              <a:spcBef>
                <a:spcPts val="60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q"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Dữ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liệu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từ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cảm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biến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IoT </a:t>
            </a:r>
            <a:r>
              <a:rPr kumimoji="0" lang="en-US" altLang="en-US" sz="2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phát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sinh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liên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tục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, </a:t>
            </a:r>
            <a:r>
              <a:rPr kumimoji="0" lang="en-US" altLang="en-US" sz="2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khối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lượng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lớn</a:t>
            </a:r>
            <a:endParaRPr kumimoji="0" lang="en-US" altLang="en-US" sz="2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285750" marR="0" lvl="0" indent="-285750" algn="just" defTabSz="914400" rtl="0" eaLnBrk="0" fontAlgn="base" latinLnBrk="0" hangingPunct="0">
              <a:lnSpc>
                <a:spcPct val="100000"/>
              </a:lnSpc>
              <a:spcBef>
                <a:spcPts val="60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q"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Các </a:t>
            </a:r>
            <a:r>
              <a:rPr kumimoji="0" lang="en-US" altLang="en-US" sz="2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hệ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thống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truyền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thống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chủ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yếu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hiển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thị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dữ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liệu</a:t>
            </a:r>
            <a:endParaRPr kumimoji="0" lang="en-US" altLang="en-US" sz="2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R="0" lvl="0" algn="just" defTabSz="914400" rtl="0" eaLnBrk="0" fontAlgn="base" latinLnBrk="0" hangingPunct="0">
              <a:lnSpc>
                <a:spcPct val="100000"/>
              </a:lnSpc>
              <a:spcBef>
                <a:spcPts val="600"/>
              </a:spcBef>
              <a:spcAft>
                <a:spcPct val="0"/>
              </a:spcAft>
              <a:buClrTx/>
              <a:buSzTx/>
              <a:tabLst/>
            </a:pPr>
            <a:endParaRPr kumimoji="0" lang="en-US" altLang="en-US" sz="2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285750" marR="0" lvl="0" indent="-285750" algn="just" defTabSz="914400" rtl="0" eaLnBrk="0" fontAlgn="base" latinLnBrk="0" hangingPunct="0">
              <a:lnSpc>
                <a:spcPct val="100000"/>
              </a:lnSpc>
              <a:spcBef>
                <a:spcPts val="60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q"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Cần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phát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hiện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sớm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các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bất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thường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để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giảm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rủi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ro</a:t>
            </a:r>
            <a:endParaRPr kumimoji="0" lang="en-US" altLang="en-US" sz="2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9" name="Rectangle 3">
            <a:extLst>
              <a:ext uri="{FF2B5EF4-FFF2-40B4-BE49-F238E27FC236}">
                <a16:creationId xmlns:a16="http://schemas.microsoft.com/office/drawing/2014/main" id="{2D6BB476-20CE-4615-2ED4-9B2E57ED758C}"/>
              </a:ext>
            </a:extLst>
          </p:cNvPr>
          <p:cNvSpPr>
            <a:spLocks noChangeArrowheads="1"/>
          </p:cNvSpPr>
          <p:nvPr/>
        </p:nvSpPr>
        <p:spPr bwMode="auto">
          <a:xfrm>
            <a:off x="6368916" y="1941819"/>
            <a:ext cx="5372811" cy="470898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457200" marR="0" lvl="0" indent="-457200" algn="just" defTabSz="914400" rtl="0" eaLnBrk="0" fontAlgn="base" latinLnBrk="0" hangingPunct="0">
              <a:lnSpc>
                <a:spcPct val="100000"/>
              </a:lnSpc>
              <a:spcBef>
                <a:spcPts val="60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q"/>
              <a:tabLst/>
            </a:pPr>
            <a:r>
              <a:rPr kumimoji="0" lang="en-US" altLang="en-US" sz="2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Xây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dựng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lang="en-US" altLang="en-US" sz="2800" dirty="0" err="1">
                <a:latin typeface="Arial" panose="020B0604020202020204" pitchFamily="34" charset="0"/>
              </a:rPr>
              <a:t>hệ</a:t>
            </a:r>
            <a:r>
              <a:rPr lang="en-US" altLang="en-US" sz="2800" dirty="0">
                <a:latin typeface="Arial" panose="020B0604020202020204" pitchFamily="34" charset="0"/>
              </a:rPr>
              <a:t> </a:t>
            </a:r>
            <a:r>
              <a:rPr lang="en-US" altLang="en-US" sz="2800" dirty="0" err="1">
                <a:latin typeface="Arial" panose="020B0604020202020204" pitchFamily="34" charset="0"/>
              </a:rPr>
              <a:t>thống</a:t>
            </a:r>
            <a:r>
              <a:rPr lang="en-US" altLang="en-US" sz="2800" dirty="0">
                <a:latin typeface="Arial" panose="020B0604020202020204" pitchFamily="34" charset="0"/>
              </a:rPr>
              <a:t> </a:t>
            </a:r>
            <a:r>
              <a:rPr lang="en-US" altLang="en-US" sz="2800" dirty="0" err="1">
                <a:latin typeface="Arial" panose="020B0604020202020204" pitchFamily="34" charset="0"/>
              </a:rPr>
              <a:t>có</a:t>
            </a:r>
            <a:r>
              <a:rPr lang="en-US" altLang="en-US" sz="2800" dirty="0">
                <a:latin typeface="Arial" panose="020B0604020202020204" pitchFamily="34" charset="0"/>
              </a:rPr>
              <a:t> </a:t>
            </a:r>
            <a:r>
              <a:rPr lang="en-US" altLang="en-US" sz="2800" dirty="0" err="1">
                <a:latin typeface="Arial" panose="020B0604020202020204" pitchFamily="34" charset="0"/>
              </a:rPr>
              <a:t>áp</a:t>
            </a:r>
            <a:r>
              <a:rPr lang="en-US" altLang="en-US" sz="2800" dirty="0">
                <a:latin typeface="Arial" panose="020B0604020202020204" pitchFamily="34" charset="0"/>
              </a:rPr>
              <a:t> </a:t>
            </a:r>
            <a:r>
              <a:rPr lang="en-US" altLang="en-US" sz="2800" dirty="0" err="1">
                <a:latin typeface="Arial" panose="020B0604020202020204" pitchFamily="34" charset="0"/>
              </a:rPr>
              <a:t>dụng</a:t>
            </a:r>
            <a:r>
              <a:rPr lang="en-US" altLang="en-US" sz="2800" dirty="0">
                <a:latin typeface="Arial" panose="020B0604020202020204" pitchFamily="34" charset="0"/>
              </a:rPr>
              <a:t> 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Big Data </a:t>
            </a:r>
            <a:r>
              <a:rPr kumimoji="0" lang="en-US" altLang="en-US" sz="2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cho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giám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sát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dữ</a:t>
            </a:r>
            <a:r>
              <a:rPr lang="en-US" altLang="en-US" sz="2800" dirty="0">
                <a:latin typeface="Arial" panose="020B0604020202020204" pitchFamily="34" charset="0"/>
              </a:rPr>
              <a:t> </a:t>
            </a:r>
            <a:r>
              <a:rPr lang="en-US" altLang="en-US" sz="2800" dirty="0" err="1">
                <a:latin typeface="Arial" panose="020B0604020202020204" pitchFamily="34" charset="0"/>
              </a:rPr>
              <a:t>liệu</a:t>
            </a:r>
            <a:r>
              <a:rPr lang="en-US" altLang="en-US" sz="2800" dirty="0">
                <a:latin typeface="Arial" panose="020B0604020202020204" pitchFamily="34" charset="0"/>
              </a:rPr>
              <a:t> 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IoT</a:t>
            </a:r>
          </a:p>
          <a:p>
            <a:pPr marL="457200" marR="0" lvl="0" indent="-457200" algn="l" defTabSz="914400" rtl="0" eaLnBrk="0" fontAlgn="base" latinLnBrk="0" hangingPunct="0">
              <a:lnSpc>
                <a:spcPct val="100000"/>
              </a:lnSpc>
              <a:spcBef>
                <a:spcPts val="60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q"/>
              <a:tabLst/>
            </a:pPr>
            <a:r>
              <a:rPr kumimoji="0" lang="en-US" altLang="en-US" sz="2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Xử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lý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dữ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liệu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cảm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biến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theo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thời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gian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thực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và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theo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lô</a:t>
            </a:r>
            <a:endParaRPr kumimoji="0" lang="en-US" altLang="en-US" sz="2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457200" marR="0" lvl="0" indent="-457200" algn="l" defTabSz="914400" rtl="0" eaLnBrk="0" fontAlgn="base" latinLnBrk="0" hangingPunct="0">
              <a:lnSpc>
                <a:spcPct val="100000"/>
              </a:lnSpc>
              <a:spcBef>
                <a:spcPts val="60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q"/>
              <a:tabLst/>
            </a:pPr>
            <a:r>
              <a:rPr kumimoji="0" lang="en-US" altLang="en-US" sz="2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Phát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hiện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bất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thường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cho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nhiệt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độ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, </a:t>
            </a:r>
            <a:r>
              <a:rPr kumimoji="0" lang="en-US" altLang="en-US" sz="2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độ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ẩm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, </a:t>
            </a:r>
            <a:r>
              <a:rPr kumimoji="0" lang="en-US" altLang="en-US" sz="2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độ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ẩm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đất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…</a:t>
            </a:r>
          </a:p>
          <a:p>
            <a:pPr marR="0" lvl="0" algn="l" defTabSz="914400" rtl="0" eaLnBrk="0" fontAlgn="base" latinLnBrk="0" hangingPunct="0">
              <a:lnSpc>
                <a:spcPct val="100000"/>
              </a:lnSpc>
              <a:spcBef>
                <a:spcPts val="600"/>
              </a:spcBef>
              <a:spcAft>
                <a:spcPct val="0"/>
              </a:spcAft>
              <a:buClrTx/>
              <a:buSzTx/>
              <a:tabLst/>
            </a:pPr>
            <a:endParaRPr kumimoji="0" lang="en-US" altLang="en-US" sz="2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457200" marR="0" lvl="0" indent="-457200" algn="l" defTabSz="914400" rtl="0" eaLnBrk="0" fontAlgn="base" latinLnBrk="0" hangingPunct="0">
              <a:lnSpc>
                <a:spcPct val="100000"/>
              </a:lnSpc>
              <a:spcBef>
                <a:spcPts val="60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q"/>
              <a:tabLst/>
            </a:pPr>
            <a:r>
              <a:rPr kumimoji="0" lang="en-US" altLang="en-US" sz="2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Trực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quan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hóa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dữ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liệu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và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hỗ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trợ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giám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sát</a:t>
            </a:r>
            <a:endParaRPr kumimoji="0" lang="en-US" altLang="en-US" sz="2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345D45D6-8B38-9045-3016-B283D003583B}"/>
              </a:ext>
            </a:extLst>
          </p:cNvPr>
          <p:cNvSpPr txBox="1">
            <a:spLocks/>
          </p:cNvSpPr>
          <p:nvPr/>
        </p:nvSpPr>
        <p:spPr>
          <a:xfrm>
            <a:off x="8248591" y="978152"/>
            <a:ext cx="2437421" cy="74681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kern="1200" cap="all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800" b="1" cap="none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MỤC TIÊU</a:t>
            </a:r>
            <a:endParaRPr lang="en-US" sz="2800" b="1" dirty="0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EA96591F-028B-7AF0-117A-1FB70A944AE8}"/>
              </a:ext>
            </a:extLst>
          </p:cNvPr>
          <p:cNvSpPr txBox="1">
            <a:spLocks/>
          </p:cNvSpPr>
          <p:nvPr/>
        </p:nvSpPr>
        <p:spPr>
          <a:xfrm>
            <a:off x="2058386" y="1089295"/>
            <a:ext cx="2933603" cy="52452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kern="1200" cap="all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800" b="1" cap="none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ĐỘNG LỰC</a:t>
            </a:r>
            <a:endParaRPr lang="en-US" sz="2800" b="1" dirty="0"/>
          </a:p>
        </p:txBody>
      </p:sp>
    </p:spTree>
    <p:extLst>
      <p:ext uri="{BB962C8B-B14F-4D97-AF65-F5344CB8AC3E}">
        <p14:creationId xmlns:p14="http://schemas.microsoft.com/office/powerpoint/2010/main" val="404971503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5353AD-4E28-8AC5-0EC3-3513815BCF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2148" y="1357481"/>
            <a:ext cx="5249862" cy="914595"/>
          </a:xfrm>
        </p:spPr>
        <p:txBody>
          <a:bodyPr>
            <a:normAutofit/>
          </a:bodyPr>
          <a:lstStyle/>
          <a:p>
            <a:r>
              <a:rPr lang="en-US" b="1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Thiết</a:t>
            </a:r>
            <a:r>
              <a:rPr lang="en-US" b="1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US" b="1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kế</a:t>
            </a:r>
            <a:r>
              <a:rPr lang="en-US" b="1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US" b="1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hệ</a:t>
            </a:r>
            <a:r>
              <a:rPr lang="en-US" b="1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US" b="1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thống</a:t>
            </a:r>
            <a:endParaRPr lang="en-US" b="1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p:sp>
        <p:nvSpPr>
          <p:cNvPr id="6" name="Rectangle 1">
            <a:extLst>
              <a:ext uri="{FF2B5EF4-FFF2-40B4-BE49-F238E27FC236}">
                <a16:creationId xmlns:a16="http://schemas.microsoft.com/office/drawing/2014/main" id="{5DE083EF-55B8-0515-5A2C-76BEB1DD734E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6260" y="2779371"/>
            <a:ext cx="5688813" cy="283154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ts val="60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q"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 </a:t>
            </a:r>
            <a:r>
              <a:rPr kumimoji="0" lang="en-US" altLang="en-US" sz="2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Phân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kumimoji="0" lang="en-US" altLang="en-US" sz="2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tách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kumimoji="0" lang="en-US" altLang="en-US" sz="2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rõ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kumimoji="0" lang="en-US" altLang="en-US" sz="2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các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kumimoji="0" lang="en-US" altLang="en-US" sz="2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tầng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: Ingestion - Processing - Storage</a:t>
            </a: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ts val="60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q"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 Kafka </a:t>
            </a:r>
            <a:r>
              <a:rPr kumimoji="0" lang="en-US" altLang="en-US" sz="2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đóng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kumimoji="0" lang="en-US" altLang="en-US" sz="2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vai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kumimoji="0" lang="en-US" altLang="en-US" sz="2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trò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kumimoji="0" lang="en-US" altLang="en-US" sz="2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trung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kumimoji="0" lang="en-US" altLang="en-US" sz="2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tâm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kumimoji="0" lang="en-US" altLang="en-US" sz="2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thu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kumimoji="0" lang="en-US" altLang="en-US" sz="2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thập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kumimoji="0" lang="en-US" altLang="en-US" sz="2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dữ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kumimoji="0" lang="en-US" altLang="en-US" sz="2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liệu</a:t>
            </a:r>
            <a:endParaRPr kumimoji="0" lang="en-US" altLang="en-US" sz="2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ts val="60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q"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 </a:t>
            </a:r>
            <a:r>
              <a:rPr kumimoji="0" lang="en-US" altLang="en-US" sz="2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Thiết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kumimoji="0" lang="en-US" altLang="en-US" sz="2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kế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kumimoji="0" lang="en-US" altLang="en-US" sz="2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hướng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kumimoji="0" lang="en-US" altLang="en-US" sz="2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mở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kumimoji="0" lang="en-US" altLang="en-US" sz="2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rộng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kumimoji="0" lang="en-US" altLang="en-US" sz="2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và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kumimoji="0" lang="en-US" altLang="en-US" sz="2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dễ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kumimoji="0" lang="en-US" altLang="en-US" sz="2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tích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kumimoji="0" lang="en-US" altLang="en-US" sz="2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hợp</a:t>
            </a:r>
            <a:endParaRPr kumimoji="0" lang="en-US" altLang="en-US" sz="2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B929E5D5-08DA-8BBE-1490-3AA151156AF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" y="-1"/>
            <a:ext cx="6256009" cy="1299950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C67565FD-4730-600B-2676-2AEB5189AF4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56009" y="0"/>
            <a:ext cx="5929729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3878191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1DE21B-8E82-9C17-681A-73F2AD83C1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3001" y="109363"/>
            <a:ext cx="9905998" cy="1478570"/>
          </a:xfrm>
        </p:spPr>
        <p:txBody>
          <a:bodyPr>
            <a:normAutofit/>
          </a:bodyPr>
          <a:lstStyle/>
          <a:p>
            <a:r>
              <a:rPr lang="en-US" b="1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ThiếT</a:t>
            </a:r>
            <a:r>
              <a:rPr lang="en-US" b="1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US" b="1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bị</a:t>
            </a:r>
            <a:r>
              <a:rPr lang="en-US" b="1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US" b="1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phần</a:t>
            </a:r>
            <a:r>
              <a:rPr lang="en-US" b="1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US" b="1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cứng</a:t>
            </a:r>
            <a:r>
              <a:rPr lang="en-US" b="1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(sensors)</a:t>
            </a:r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EFC3A49-ABB3-BB9E-EE66-1DBDFCDBF1D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25223" y="1432547"/>
            <a:ext cx="9823776" cy="51128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3658312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AE1F32-803E-3D6D-6060-6B641E5516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B3369F-D0DF-F358-96EA-9728B1A6A5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3" y="618518"/>
            <a:ext cx="9905998" cy="1147937"/>
          </a:xfrm>
        </p:spPr>
        <p:txBody>
          <a:bodyPr/>
          <a:lstStyle/>
          <a:p>
            <a:r>
              <a:rPr lang="en-US" b="1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Phương </a:t>
            </a:r>
            <a:r>
              <a:rPr lang="en-US" b="1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pháp</a:t>
            </a:r>
            <a:r>
              <a:rPr lang="en-US" b="1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US" b="1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phát</a:t>
            </a:r>
            <a:r>
              <a:rPr lang="en-US" b="1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US" b="1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hiện</a:t>
            </a:r>
            <a:r>
              <a:rPr lang="en-US" b="1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US" b="1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bất</a:t>
            </a:r>
            <a:r>
              <a:rPr lang="en-US" b="1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US" b="1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thường</a:t>
            </a:r>
            <a:endParaRPr lang="en-US" sz="2800" b="1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Box 5">
                <a:extLst>
                  <a:ext uri="{FF2B5EF4-FFF2-40B4-BE49-F238E27FC236}">
                    <a16:creationId xmlns:a16="http://schemas.microsoft.com/office/drawing/2014/main" id="{2170E973-48FB-DB25-768D-541FDE87A075}"/>
                  </a:ext>
                </a:extLst>
              </p:cNvPr>
              <p:cNvSpPr txBox="1"/>
              <p:nvPr/>
            </p:nvSpPr>
            <p:spPr>
              <a:xfrm>
                <a:off x="897905" y="2197893"/>
                <a:ext cx="9018315" cy="3631059"/>
              </a:xfrm>
              <a:prstGeom prst="rect">
                <a:avLst/>
              </a:prstGeom>
            </p:spPr>
            <p:txBody>
              <a:bodyPr lIns="0" tIns="0" rIns="0" bIns="0" rtlCol="0" anchor="t">
                <a:spAutoFit/>
              </a:bodyPr>
              <a:lstStyle/>
              <a:p>
                <a:pPr marL="845820" lvl="1" indent="-457200" algn="just">
                  <a:spcBef>
                    <a:spcPts val="600"/>
                  </a:spcBef>
                  <a:buFont typeface="Wingdings" panose="05000000000000000000" pitchFamily="2" charset="2"/>
                  <a:buChar char="q"/>
                </a:pPr>
                <a:r>
                  <a:rPr lang="en-US" sz="2800" dirty="0"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  <a:sym typeface="Georgia Pro Light"/>
                  </a:rPr>
                  <a:t>Phương </a:t>
                </a:r>
                <a:r>
                  <a:rPr lang="en-US" sz="2800" dirty="0" err="1"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  <a:sym typeface="Georgia Pro Light"/>
                  </a:rPr>
                  <a:t>pháp</a:t>
                </a:r>
                <a:r>
                  <a:rPr lang="en-US" sz="2800" dirty="0"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  <a:sym typeface="Georgia Pro Light"/>
                  </a:rPr>
                  <a:t> Unsupervised</a:t>
                </a:r>
              </a:p>
              <a:p>
                <a:pPr marL="845820" lvl="1" indent="-457200" algn="just">
                  <a:spcBef>
                    <a:spcPts val="600"/>
                  </a:spcBef>
                  <a:buFont typeface="Wingdings" panose="05000000000000000000" pitchFamily="2" charset="2"/>
                  <a:buChar char="q"/>
                </a:pPr>
                <a:r>
                  <a:rPr lang="en-US" sz="2800" dirty="0" err="1"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  <a:sym typeface="Georgia Pro Light"/>
                  </a:rPr>
                  <a:t>Sử</a:t>
                </a:r>
                <a:r>
                  <a:rPr lang="en-US" sz="2800" dirty="0"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  <a:sym typeface="Georgia Pro Light"/>
                  </a:rPr>
                  <a:t> </a:t>
                </a:r>
                <a:r>
                  <a:rPr lang="en-US" sz="2800" dirty="0" err="1"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  <a:sym typeface="Georgia Pro Light"/>
                  </a:rPr>
                  <a:t>dụng</a:t>
                </a:r>
                <a:r>
                  <a:rPr lang="en-US" sz="2800" dirty="0"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  <a:sym typeface="Georgia Pro Light"/>
                  </a:rPr>
                  <a:t> Z-score</a:t>
                </a:r>
              </a:p>
              <a:p>
                <a:pPr marL="845820" lvl="1" indent="-457200" algn="just">
                  <a:spcBef>
                    <a:spcPts val="600"/>
                  </a:spcBef>
                  <a:buFont typeface="Wingdings" panose="05000000000000000000" pitchFamily="2" charset="2"/>
                  <a:buChar char="q"/>
                </a:pPr>
                <a:r>
                  <a:rPr lang="en-US" sz="2800" dirty="0" err="1"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  <a:sym typeface="Georgia Pro Light"/>
                  </a:rPr>
                  <a:t>Tính</a:t>
                </a:r>
                <a:r>
                  <a:rPr lang="en-US" sz="2800" dirty="0"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  <a:sym typeface="Georgia Pro Light"/>
                  </a:rPr>
                  <a:t> Z-score, mean, s</a:t>
                </a:r>
                <a:r>
                  <a:rPr lang="en-US" sz="2800" dirty="0"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tandard deviation</a:t>
                </a:r>
                <a:r>
                  <a:rPr lang="en-US" sz="2800" dirty="0"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  <a:sym typeface="Georgia Pro Light"/>
                  </a:rPr>
                  <a:t> </a:t>
                </a:r>
                <a:r>
                  <a:rPr lang="en-US" sz="2800" dirty="0" err="1"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  <a:sym typeface="Georgia Pro Light"/>
                  </a:rPr>
                  <a:t>theo</a:t>
                </a:r>
                <a:r>
                  <a:rPr lang="en-US" sz="2800" dirty="0"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  <a:sym typeface="Georgia Pro Light"/>
                  </a:rPr>
                  <a:t> sliding window (1 </a:t>
                </a:r>
                <a:r>
                  <a:rPr lang="en-US" sz="2800" dirty="0" err="1"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  <a:sym typeface="Georgia Pro Light"/>
                  </a:rPr>
                  <a:t>phút</a:t>
                </a:r>
                <a:r>
                  <a:rPr lang="en-US" sz="2800" dirty="0"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  <a:sym typeface="Georgia Pro Light"/>
                  </a:rPr>
                  <a:t>)</a:t>
                </a:r>
              </a:p>
              <a:p>
                <a:pPr marL="388620" lvl="1" algn="just">
                  <a:spcBef>
                    <a:spcPts val="600"/>
                  </a:spcBef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  <a:ea typeface="Tahoma" panose="020B0604030504040204" pitchFamily="34" charset="0"/>
                          <a:cs typeface="Tahoma" panose="020B0604030504040204" pitchFamily="34" charset="0"/>
                          <a:sym typeface="Georgia Pro Light"/>
                        </a:rPr>
                        <m:t>𝑍𝑠𝑐𝑜𝑟𝑒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Tahoma" panose="020B0604030504040204" pitchFamily="34" charset="0"/>
                          <a:cs typeface="Tahoma" panose="020B0604030504040204" pitchFamily="34" charset="0"/>
                          <a:sym typeface="Georgia Pro Light"/>
                        </a:rPr>
                        <m:t>= </m:t>
                      </m:r>
                      <m:f>
                        <m:fPr>
                          <m:ctrlPr>
                            <a:rPr lang="en-US" sz="2800" b="0" i="1" smtClean="0">
                              <a:latin typeface="Cambria Math" panose="02040503050406030204" pitchFamily="18" charset="0"/>
                              <a:ea typeface="Tahoma" panose="020B0604030504040204" pitchFamily="34" charset="0"/>
                              <a:cs typeface="Tahoma" panose="020B0604030504040204" pitchFamily="34" charset="0"/>
                              <a:sym typeface="Georgia Pro Light"/>
                            </a:rPr>
                          </m:ctrlPr>
                        </m:fPr>
                        <m:num>
                          <m:r>
                            <a:rPr lang="en-US" sz="2800" b="0" i="1" smtClean="0">
                              <a:latin typeface="Cambria Math" panose="02040503050406030204" pitchFamily="18" charset="0"/>
                              <a:ea typeface="Tahoma" panose="020B0604030504040204" pitchFamily="34" charset="0"/>
                              <a:cs typeface="Tahoma" panose="020B0604030504040204" pitchFamily="34" charset="0"/>
                              <a:sym typeface="Georgia Pro Light"/>
                            </a:rPr>
                            <m:t>𝑥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  <a:ea typeface="Tahoma" panose="020B0604030504040204" pitchFamily="34" charset="0"/>
                              <a:cs typeface="Tahoma" panose="020B0604030504040204" pitchFamily="34" charset="0"/>
                              <a:sym typeface="Georgia Pro Light"/>
                            </a:rPr>
                            <m:t>−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ahoma" panose="020B0604030504040204" pitchFamily="34" charset="0"/>
                              <a:sym typeface="Georgia Pro Light"/>
                            </a:rPr>
                            <m:t>𝜇</m:t>
                          </m:r>
                        </m:num>
                        <m:den>
                          <m: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ahoma" panose="020B0604030504040204" pitchFamily="34" charset="0"/>
                              <a:sym typeface="Georgia Pro Light"/>
                            </a:rPr>
                            <m:t>𝜎</m:t>
                          </m:r>
                        </m:den>
                      </m:f>
                    </m:oMath>
                  </m:oMathPara>
                </a14:m>
                <a:endParaRPr lang="en-US" sz="2800" dirty="0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  <a:sym typeface="Georgia Pro Light"/>
                </a:endParaRPr>
              </a:p>
              <a:p>
                <a:pPr marL="845820" lvl="1" indent="-457200" algn="just">
                  <a:spcBef>
                    <a:spcPts val="600"/>
                  </a:spcBef>
                  <a:buFont typeface="Wingdings" panose="05000000000000000000" pitchFamily="2" charset="2"/>
                  <a:buChar char="q"/>
                </a:pPr>
                <a:r>
                  <a:rPr lang="en-US" sz="2800" dirty="0"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  <a:sym typeface="Georgia Pro Light"/>
                  </a:rPr>
                  <a:t>|Z-score| ≥ 3 → Anomaly</a:t>
                </a:r>
              </a:p>
              <a:p>
                <a:pPr marL="845820" lvl="1" indent="-457200" algn="just">
                  <a:spcBef>
                    <a:spcPts val="600"/>
                  </a:spcBef>
                  <a:buFont typeface="Wingdings" panose="05000000000000000000" pitchFamily="2" charset="2"/>
                  <a:buChar char="q"/>
                </a:pPr>
                <a:r>
                  <a:rPr lang="en-US" sz="2800" dirty="0"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  <a:sym typeface="Georgia Pro Light"/>
                  </a:rPr>
                  <a:t>Lưu &amp; </a:t>
                </a:r>
                <a:r>
                  <a:rPr lang="en-US" sz="2800" dirty="0" err="1"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  <a:sym typeface="Georgia Pro Light"/>
                  </a:rPr>
                  <a:t>giám</a:t>
                </a:r>
                <a:r>
                  <a:rPr lang="en-US" sz="2800" dirty="0"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  <a:sym typeface="Georgia Pro Light"/>
                  </a:rPr>
                  <a:t> </a:t>
                </a:r>
                <a:r>
                  <a:rPr lang="en-US" sz="2800" dirty="0" err="1"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  <a:sym typeface="Georgia Pro Light"/>
                  </a:rPr>
                  <a:t>sát</a:t>
                </a:r>
                <a:r>
                  <a:rPr lang="en-US" sz="2800" dirty="0"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  <a:sym typeface="Georgia Pro Light"/>
                  </a:rPr>
                  <a:t> qua </a:t>
                </a:r>
                <a:r>
                  <a:rPr lang="en-US" sz="2800" dirty="0" err="1"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  <a:sym typeface="Georgia Pro Light"/>
                  </a:rPr>
                  <a:t>InfluxDB</a:t>
                </a:r>
                <a:r>
                  <a:rPr lang="en-US" sz="2800" dirty="0"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  <a:sym typeface="Georgia Pro Light"/>
                  </a:rPr>
                  <a:t>, PostgreSQL</a:t>
                </a:r>
              </a:p>
            </p:txBody>
          </p:sp>
        </mc:Choice>
        <mc:Fallback>
          <p:sp>
            <p:nvSpPr>
              <p:cNvPr id="4" name="TextBox 5">
                <a:extLst>
                  <a:ext uri="{FF2B5EF4-FFF2-40B4-BE49-F238E27FC236}">
                    <a16:creationId xmlns:a16="http://schemas.microsoft.com/office/drawing/2014/main" id="{2170E973-48FB-DB25-768D-541FDE87A07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7905" y="2197893"/>
                <a:ext cx="9018315" cy="3631059"/>
              </a:xfrm>
              <a:prstGeom prst="rect">
                <a:avLst/>
              </a:prstGeom>
              <a:blipFill>
                <a:blip r:embed="rId2"/>
                <a:stretch>
                  <a:fillRect t="-3025" r="-2365" b="-504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31469367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A001B6-3E25-25D1-3700-D0332C0F81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AA0D18-9E82-48CF-B77B-DD5EFDA0BC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26474" y="59559"/>
            <a:ext cx="9905998" cy="1147937"/>
          </a:xfrm>
        </p:spPr>
        <p:txBody>
          <a:bodyPr/>
          <a:lstStyle/>
          <a:p>
            <a:r>
              <a:rPr lang="en-US" b="1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Triển</a:t>
            </a:r>
            <a:r>
              <a:rPr lang="en-US" b="1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US" b="1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khai</a:t>
            </a:r>
            <a:r>
              <a:rPr lang="en-US" b="1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US" b="1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và</a:t>
            </a:r>
            <a:r>
              <a:rPr lang="en-US" b="1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US" b="1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kết</a:t>
            </a:r>
            <a:r>
              <a:rPr lang="en-US" b="1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US" b="1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quả</a:t>
            </a:r>
            <a:r>
              <a:rPr lang="en-US" b="1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US" b="1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đạt</a:t>
            </a:r>
            <a:r>
              <a:rPr lang="en-US" b="1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US" b="1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được</a:t>
            </a:r>
            <a:endParaRPr lang="en-US" sz="2800" b="1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5058F035-C439-6F5E-7A1B-2251D8E2B77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5617" y="1132247"/>
            <a:ext cx="2430414" cy="2891125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3C104AD2-F74C-0E96-BC49-A90C9D530E7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66811" y="1115376"/>
            <a:ext cx="2676899" cy="4515480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2105452E-A146-713F-32C8-380EED396B9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17110" y="1132646"/>
            <a:ext cx="7394358" cy="4648222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C15FE11B-CFE6-60F3-3327-27BA6FCCDECA}"/>
              </a:ext>
            </a:extLst>
          </p:cNvPr>
          <p:cNvSpPr txBox="1"/>
          <p:nvPr/>
        </p:nvSpPr>
        <p:spPr>
          <a:xfrm>
            <a:off x="77489" y="5951349"/>
            <a:ext cx="1210417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https://github.com/buuhq-uit/uit-bigdata-cloud-team32</a:t>
            </a:r>
          </a:p>
        </p:txBody>
      </p:sp>
    </p:spTree>
    <p:extLst>
      <p:ext uri="{BB962C8B-B14F-4D97-AF65-F5344CB8AC3E}">
        <p14:creationId xmlns:p14="http://schemas.microsoft.com/office/powerpoint/2010/main" val="44067676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B170C4-6B1E-3382-2718-E3DCD488DD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C0CC49-8ECE-DC93-3B98-3A883C4CA8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7572" y="53563"/>
            <a:ext cx="8831926" cy="857370"/>
          </a:xfrm>
        </p:spPr>
        <p:txBody>
          <a:bodyPr>
            <a:normAutofit/>
          </a:bodyPr>
          <a:lstStyle/>
          <a:p>
            <a:r>
              <a:rPr lang="en-US" b="1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Kịch</a:t>
            </a:r>
            <a:r>
              <a:rPr lang="en-US" b="1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US" b="1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bản</a:t>
            </a:r>
            <a:r>
              <a:rPr lang="en-US" b="1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demo </a:t>
            </a:r>
            <a:r>
              <a:rPr lang="en-US" b="1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và</a:t>
            </a:r>
            <a:r>
              <a:rPr lang="en-US" b="1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demo</a:t>
            </a:r>
            <a:endParaRPr lang="en-US" sz="2800" b="1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AB1C183E-D0F8-C74E-FF4D-99D0A94D4CF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48313" y="910933"/>
            <a:ext cx="4353533" cy="3543795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233D7597-664A-0C8C-8305-6485C61B14F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90631" y="566576"/>
            <a:ext cx="4982270" cy="3867690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192DD297-E180-1EEF-A053-E96A8F2E360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099" y="910933"/>
            <a:ext cx="2343477" cy="1667108"/>
          </a:xfrm>
          <a:prstGeom prst="rect">
            <a:avLst/>
          </a:prstGeom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16646354-8595-30F3-E96A-8EB1FBFCF24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-87824" y="4462600"/>
            <a:ext cx="3905795" cy="857370"/>
          </a:xfrm>
          <a:prstGeom prst="rect">
            <a:avLst/>
          </a:prstGeom>
        </p:spPr>
      </p:pic>
      <p:pic>
        <p:nvPicPr>
          <p:cNvPr id="25" name="Picture 24">
            <a:extLst>
              <a:ext uri="{FF2B5EF4-FFF2-40B4-BE49-F238E27FC236}">
                <a16:creationId xmlns:a16="http://schemas.microsoft.com/office/drawing/2014/main" id="{6FAA8022-507F-E81C-9B49-DAB83ADAC86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87824" y="5349285"/>
            <a:ext cx="4439270" cy="1524213"/>
          </a:xfrm>
          <a:prstGeom prst="rect">
            <a:avLst/>
          </a:prstGeom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202B045B-92F3-5A24-6716-063768BFE11F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887230" y="4530699"/>
            <a:ext cx="3143689" cy="2143424"/>
          </a:xfrm>
          <a:prstGeom prst="rect">
            <a:avLst/>
          </a:prstGeom>
        </p:spPr>
      </p:pic>
      <p:pic>
        <p:nvPicPr>
          <p:cNvPr id="31" name="Picture 30">
            <a:extLst>
              <a:ext uri="{FF2B5EF4-FFF2-40B4-BE49-F238E27FC236}">
                <a16:creationId xmlns:a16="http://schemas.microsoft.com/office/drawing/2014/main" id="{2F784FC9-DF5E-E29A-EBCA-4E4AF43979CF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296858" y="4530699"/>
            <a:ext cx="3181794" cy="9145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6857140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A5B7C9-E9DC-1AFC-876D-08EE8675E6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B22E64-3247-EBA8-8045-43CF8FBF90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26474" y="59560"/>
            <a:ext cx="9905998" cy="865232"/>
          </a:xfrm>
        </p:spPr>
        <p:txBody>
          <a:bodyPr/>
          <a:lstStyle/>
          <a:p>
            <a:r>
              <a:rPr lang="en-US" b="1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Kết</a:t>
            </a:r>
            <a:r>
              <a:rPr lang="en-US" b="1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US" b="1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luận</a:t>
            </a:r>
            <a:r>
              <a:rPr lang="en-US" b="1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US" b="1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và</a:t>
            </a:r>
            <a:r>
              <a:rPr lang="en-US" b="1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US" b="1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hướng</a:t>
            </a:r>
            <a:r>
              <a:rPr lang="en-US" b="1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US" b="1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phát</a:t>
            </a:r>
            <a:r>
              <a:rPr lang="en-US" b="1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US" b="1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triển</a:t>
            </a:r>
            <a:endParaRPr lang="en-US" sz="2800" b="1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6FC2AAD-3F2F-94B4-1280-FC6AC5EDCAC1}"/>
              </a:ext>
            </a:extLst>
          </p:cNvPr>
          <p:cNvSpPr txBox="1"/>
          <p:nvPr/>
        </p:nvSpPr>
        <p:spPr>
          <a:xfrm>
            <a:off x="1226474" y="654624"/>
            <a:ext cx="10764983" cy="68095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lnSpc>
                <a:spcPct val="150000"/>
              </a:lnSpc>
            </a:pPr>
            <a:r>
              <a:rPr lang="en-US" sz="2400" b="1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  <a:sym typeface="DM Sans"/>
              </a:rPr>
              <a:t>Kết</a:t>
            </a:r>
            <a:r>
              <a:rPr lang="en-US" sz="2400" b="1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  <a:sym typeface="DM Sans"/>
              </a:rPr>
              <a:t> </a:t>
            </a:r>
            <a:r>
              <a:rPr lang="en-US" sz="2400" b="1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  <a:sym typeface="DM Sans"/>
              </a:rPr>
              <a:t>luận</a:t>
            </a:r>
            <a:endParaRPr lang="en-US" sz="2400" b="1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  <a:sym typeface="DM Sans"/>
            </a:endParaRPr>
          </a:p>
          <a:p>
            <a:pPr lvl="0">
              <a:lnSpc>
                <a:spcPct val="150000"/>
              </a:lnSpc>
            </a:pPr>
            <a:r>
              <a:rPr lang="en-US" sz="2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  <a:sym typeface="DM Sans"/>
              </a:rPr>
              <a:t>-   </a:t>
            </a:r>
            <a:r>
              <a:rPr lang="en-US" sz="2400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  <a:sym typeface="DM Sans"/>
              </a:rPr>
              <a:t>Hệ</a:t>
            </a:r>
            <a:r>
              <a:rPr lang="en-US" sz="2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  <a:sym typeface="DM Sans"/>
              </a:rPr>
              <a:t> </a:t>
            </a:r>
            <a:r>
              <a:rPr lang="en-US" sz="2400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  <a:sym typeface="DM Sans"/>
              </a:rPr>
              <a:t>thống</a:t>
            </a:r>
            <a:r>
              <a:rPr lang="en-US" sz="2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  <a:sym typeface="DM Sans"/>
              </a:rPr>
              <a:t> </a:t>
            </a:r>
            <a:r>
              <a:rPr lang="en-US" sz="2400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  <a:sym typeface="DM Sans"/>
              </a:rPr>
              <a:t>hoạt</a:t>
            </a:r>
            <a:r>
              <a:rPr lang="en-US" sz="2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  <a:sym typeface="DM Sans"/>
              </a:rPr>
              <a:t> </a:t>
            </a:r>
            <a:r>
              <a:rPr lang="en-US" sz="2400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  <a:sym typeface="DM Sans"/>
              </a:rPr>
              <a:t>động</a:t>
            </a:r>
            <a:r>
              <a:rPr lang="en-US" sz="2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  <a:sym typeface="DM Sans"/>
              </a:rPr>
              <a:t> </a:t>
            </a:r>
            <a:r>
              <a:rPr lang="en-US" sz="2400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  <a:sym typeface="DM Sans"/>
              </a:rPr>
              <a:t>ổn</a:t>
            </a:r>
            <a:r>
              <a:rPr lang="en-US" sz="2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  <a:sym typeface="DM Sans"/>
              </a:rPr>
              <a:t> </a:t>
            </a:r>
            <a:r>
              <a:rPr lang="en-US" sz="2400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  <a:sym typeface="DM Sans"/>
              </a:rPr>
              <a:t>định</a:t>
            </a:r>
            <a:r>
              <a:rPr lang="en-US" sz="2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  <a:sym typeface="DM Sans"/>
              </a:rPr>
              <a:t> </a:t>
            </a:r>
            <a:r>
              <a:rPr lang="en-US" sz="2400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  <a:sym typeface="DM Sans"/>
              </a:rPr>
              <a:t>với</a:t>
            </a:r>
            <a:r>
              <a:rPr lang="en-US" sz="2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  <a:sym typeface="DM Sans"/>
              </a:rPr>
              <a:t> </a:t>
            </a:r>
            <a:r>
              <a:rPr lang="en-US" sz="2400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  <a:sym typeface="DM Sans"/>
              </a:rPr>
              <a:t>dữ</a:t>
            </a:r>
            <a:r>
              <a:rPr lang="en-US" sz="2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  <a:sym typeface="DM Sans"/>
              </a:rPr>
              <a:t> </a:t>
            </a:r>
            <a:r>
              <a:rPr lang="en-US" sz="2400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  <a:sym typeface="DM Sans"/>
              </a:rPr>
              <a:t>liệu</a:t>
            </a:r>
            <a:r>
              <a:rPr lang="en-US" sz="2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  <a:sym typeface="DM Sans"/>
              </a:rPr>
              <a:t> </a:t>
            </a:r>
            <a:r>
              <a:rPr lang="en-US" sz="2400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  <a:sym typeface="DM Sans"/>
              </a:rPr>
              <a:t>realtime</a:t>
            </a:r>
            <a:endParaRPr lang="en-US" sz="2400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  <a:sym typeface="DM Sans"/>
            </a:endParaRPr>
          </a:p>
          <a:p>
            <a:pPr lvl="0">
              <a:lnSpc>
                <a:spcPct val="150000"/>
              </a:lnSpc>
            </a:pPr>
            <a:r>
              <a:rPr lang="en-US" sz="2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  <a:sym typeface="DM Sans"/>
              </a:rPr>
              <a:t>-   </a:t>
            </a:r>
            <a:r>
              <a:rPr lang="en-US" sz="2400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  <a:sym typeface="DM Sans"/>
              </a:rPr>
              <a:t>Phát</a:t>
            </a:r>
            <a:r>
              <a:rPr lang="en-US" sz="2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  <a:sym typeface="DM Sans"/>
              </a:rPr>
              <a:t> </a:t>
            </a:r>
            <a:r>
              <a:rPr lang="en-US" sz="2400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  <a:sym typeface="DM Sans"/>
              </a:rPr>
              <a:t>hiện</a:t>
            </a:r>
            <a:r>
              <a:rPr lang="en-US" sz="2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  <a:sym typeface="DM Sans"/>
              </a:rPr>
              <a:t> </a:t>
            </a:r>
            <a:r>
              <a:rPr lang="en-US" sz="2400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  <a:sym typeface="DM Sans"/>
              </a:rPr>
              <a:t>được</a:t>
            </a:r>
            <a:r>
              <a:rPr lang="en-US" sz="2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  <a:sym typeface="DM Sans"/>
              </a:rPr>
              <a:t> </a:t>
            </a:r>
            <a:r>
              <a:rPr lang="en-US" sz="2400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  <a:sym typeface="DM Sans"/>
              </a:rPr>
              <a:t>bất</a:t>
            </a:r>
            <a:r>
              <a:rPr lang="en-US" sz="2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  <a:sym typeface="DM Sans"/>
              </a:rPr>
              <a:t> </a:t>
            </a:r>
            <a:r>
              <a:rPr lang="en-US" sz="2400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  <a:sym typeface="DM Sans"/>
              </a:rPr>
              <a:t>thường</a:t>
            </a:r>
            <a:r>
              <a:rPr lang="en-US" sz="2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  <a:sym typeface="DM Sans"/>
              </a:rPr>
              <a:t> </a:t>
            </a:r>
            <a:r>
              <a:rPr lang="en-US" sz="2400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  <a:sym typeface="DM Sans"/>
              </a:rPr>
              <a:t>áp</a:t>
            </a:r>
            <a:r>
              <a:rPr lang="en-US" sz="2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  <a:sym typeface="DM Sans"/>
              </a:rPr>
              <a:t> </a:t>
            </a:r>
            <a:r>
              <a:rPr lang="en-US" sz="2400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  <a:sym typeface="DM Sans"/>
              </a:rPr>
              <a:t>dụng</a:t>
            </a:r>
            <a:r>
              <a:rPr lang="en-US" sz="2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  <a:sym typeface="DM Sans"/>
              </a:rPr>
              <a:t> spark </a:t>
            </a:r>
          </a:p>
          <a:p>
            <a:pPr marL="457200" lvl="0" indent="-457200">
              <a:lnSpc>
                <a:spcPct val="150000"/>
              </a:lnSpc>
              <a:buFontTx/>
              <a:buChar char="-"/>
            </a:pPr>
            <a:r>
              <a:rPr lang="en-US" sz="2400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  <a:sym typeface="DM Sans"/>
              </a:rPr>
              <a:t>Kiến</a:t>
            </a:r>
            <a:r>
              <a:rPr lang="en-US" sz="2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  <a:sym typeface="DM Sans"/>
              </a:rPr>
              <a:t> </a:t>
            </a:r>
            <a:r>
              <a:rPr lang="en-US" sz="2400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  <a:sym typeface="DM Sans"/>
              </a:rPr>
              <a:t>trúc</a:t>
            </a:r>
            <a:r>
              <a:rPr lang="en-US" sz="2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  <a:sym typeface="DM Sans"/>
              </a:rPr>
              <a:t> </a:t>
            </a:r>
            <a:r>
              <a:rPr lang="en-US" sz="2400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  <a:sym typeface="DM Sans"/>
              </a:rPr>
              <a:t>mở</a:t>
            </a:r>
            <a:r>
              <a:rPr lang="en-US" sz="2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  <a:sym typeface="DM Sans"/>
              </a:rPr>
              <a:t> </a:t>
            </a:r>
            <a:r>
              <a:rPr lang="en-US" sz="2400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  <a:sym typeface="DM Sans"/>
              </a:rPr>
              <a:t>rộng</a:t>
            </a:r>
            <a:r>
              <a:rPr lang="en-US" sz="2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  <a:sym typeface="DM Sans"/>
              </a:rPr>
              <a:t>, </a:t>
            </a:r>
            <a:r>
              <a:rPr lang="en-US" sz="2400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  <a:sym typeface="DM Sans"/>
              </a:rPr>
              <a:t>tách</a:t>
            </a:r>
            <a:r>
              <a:rPr lang="en-US" sz="2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  <a:sym typeface="DM Sans"/>
              </a:rPr>
              <a:t> </a:t>
            </a:r>
            <a:r>
              <a:rPr lang="en-US" sz="2400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  <a:sym typeface="DM Sans"/>
              </a:rPr>
              <a:t>biệt</a:t>
            </a:r>
            <a:r>
              <a:rPr lang="en-US" sz="2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  <a:sym typeface="DM Sans"/>
              </a:rPr>
              <a:t> ingestion – processing – storage</a:t>
            </a:r>
          </a:p>
          <a:p>
            <a:pPr marL="457200" lvl="0" indent="-457200">
              <a:lnSpc>
                <a:spcPct val="150000"/>
              </a:lnSpc>
              <a:buFontTx/>
              <a:buChar char="-"/>
            </a:pPr>
            <a:r>
              <a:rPr lang="en-US" sz="2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  <a:sym typeface="DM Sans"/>
              </a:rPr>
              <a:t>Cloud Ready</a:t>
            </a:r>
          </a:p>
          <a:p>
            <a:pPr lvl="0">
              <a:lnSpc>
                <a:spcPct val="150000"/>
              </a:lnSpc>
            </a:pPr>
            <a:r>
              <a:rPr lang="en-US" sz="2400" b="1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  <a:sym typeface="DM Sans"/>
              </a:rPr>
              <a:t>Hướng</a:t>
            </a:r>
            <a:r>
              <a:rPr lang="en-US" sz="2400" b="1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  <a:sym typeface="DM Sans"/>
              </a:rPr>
              <a:t> </a:t>
            </a:r>
            <a:r>
              <a:rPr lang="en-US" sz="2400" b="1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  <a:sym typeface="DM Sans"/>
              </a:rPr>
              <a:t>phát</a:t>
            </a:r>
            <a:r>
              <a:rPr lang="en-US" sz="2400" b="1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  <a:sym typeface="DM Sans"/>
              </a:rPr>
              <a:t> </a:t>
            </a:r>
            <a:r>
              <a:rPr lang="en-US" sz="2400" b="1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  <a:sym typeface="DM Sans"/>
              </a:rPr>
              <a:t>triển</a:t>
            </a:r>
            <a:endParaRPr lang="en-US" sz="2400" b="1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  <a:sym typeface="DM Sans"/>
            </a:endParaRPr>
          </a:p>
          <a:p>
            <a:pPr marL="457200" lvl="0" indent="-457200">
              <a:lnSpc>
                <a:spcPct val="150000"/>
              </a:lnSpc>
              <a:buFontTx/>
              <a:buChar char="-"/>
            </a:pPr>
            <a:r>
              <a:rPr lang="en-US" sz="2400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  <a:sym typeface="DM Sans"/>
              </a:rPr>
              <a:t>Áp</a:t>
            </a:r>
            <a:r>
              <a:rPr lang="en-US" sz="2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  <a:sym typeface="DM Sans"/>
              </a:rPr>
              <a:t> </a:t>
            </a:r>
            <a:r>
              <a:rPr lang="en-US" sz="2400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  <a:sym typeface="DM Sans"/>
              </a:rPr>
              <a:t>dụng</a:t>
            </a:r>
            <a:r>
              <a:rPr lang="en-US" sz="2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  <a:sym typeface="DM Sans"/>
              </a:rPr>
              <a:t> </a:t>
            </a:r>
            <a:r>
              <a:rPr lang="en-US" sz="2400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  <a:sym typeface="DM Sans"/>
              </a:rPr>
              <a:t>thêm</a:t>
            </a:r>
            <a:r>
              <a:rPr lang="en-US" sz="2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  <a:sym typeface="DM Sans"/>
              </a:rPr>
              <a:t> </a:t>
            </a:r>
            <a:r>
              <a:rPr lang="en-US" sz="2400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  <a:sym typeface="DM Sans"/>
              </a:rPr>
              <a:t>các</a:t>
            </a:r>
            <a:r>
              <a:rPr lang="en-US" sz="2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  <a:sym typeface="DM Sans"/>
              </a:rPr>
              <a:t> ML Models </a:t>
            </a:r>
            <a:r>
              <a:rPr lang="en-US" sz="2400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  <a:sym typeface="DM Sans"/>
              </a:rPr>
              <a:t>để</a:t>
            </a:r>
            <a:r>
              <a:rPr lang="en-US" sz="2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  <a:sym typeface="DM Sans"/>
              </a:rPr>
              <a:t> </a:t>
            </a:r>
            <a:r>
              <a:rPr lang="en-US" sz="2400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  <a:sym typeface="DM Sans"/>
              </a:rPr>
              <a:t>phát</a:t>
            </a:r>
            <a:r>
              <a:rPr lang="en-US" sz="2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  <a:sym typeface="DM Sans"/>
              </a:rPr>
              <a:t> </a:t>
            </a:r>
            <a:r>
              <a:rPr lang="en-US" sz="2400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  <a:sym typeface="DM Sans"/>
              </a:rPr>
              <a:t>hiện</a:t>
            </a:r>
            <a:r>
              <a:rPr lang="en-US" sz="2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  <a:sym typeface="DM Sans"/>
              </a:rPr>
              <a:t> </a:t>
            </a:r>
            <a:r>
              <a:rPr lang="en-US" sz="2400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  <a:sym typeface="DM Sans"/>
              </a:rPr>
              <a:t>bất</a:t>
            </a:r>
            <a:r>
              <a:rPr lang="en-US" sz="2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  <a:sym typeface="DM Sans"/>
              </a:rPr>
              <a:t> </a:t>
            </a:r>
            <a:r>
              <a:rPr lang="en-US" sz="2400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  <a:sym typeface="DM Sans"/>
              </a:rPr>
              <a:t>thường</a:t>
            </a:r>
            <a:endParaRPr lang="en-US" sz="2400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  <a:sym typeface="DM Sans"/>
            </a:endParaRPr>
          </a:p>
          <a:p>
            <a:pPr marL="457200" lvl="0" indent="-457200">
              <a:lnSpc>
                <a:spcPct val="150000"/>
              </a:lnSpc>
              <a:buFontTx/>
              <a:buChar char="-"/>
            </a:pPr>
            <a:r>
              <a:rPr lang="en-US" sz="2400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  <a:sym typeface="DM Sans"/>
              </a:rPr>
              <a:t>Ứng</a:t>
            </a:r>
            <a:r>
              <a:rPr lang="en-US" sz="2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  <a:sym typeface="DM Sans"/>
              </a:rPr>
              <a:t> </a:t>
            </a:r>
            <a:r>
              <a:rPr lang="en-US" sz="2400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  <a:sym typeface="DM Sans"/>
              </a:rPr>
              <a:t>dụng</a:t>
            </a:r>
            <a:r>
              <a:rPr lang="en-US" sz="2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  <a:sym typeface="DM Sans"/>
              </a:rPr>
              <a:t> </a:t>
            </a:r>
            <a:r>
              <a:rPr lang="en-US" sz="2400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  <a:sym typeface="DM Sans"/>
              </a:rPr>
              <a:t>MinIO</a:t>
            </a:r>
            <a:r>
              <a:rPr lang="en-US" sz="2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  <a:sym typeface="DM Sans"/>
              </a:rPr>
              <a:t> Distributed Cluster</a:t>
            </a:r>
          </a:p>
          <a:p>
            <a:pPr marL="457200" lvl="0" indent="-457200">
              <a:lnSpc>
                <a:spcPct val="150000"/>
              </a:lnSpc>
              <a:buFontTx/>
              <a:buChar char="-"/>
            </a:pPr>
            <a:r>
              <a:rPr lang="en-US" sz="2400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  <a:sym typeface="DM Sans"/>
              </a:rPr>
              <a:t>Tích</a:t>
            </a:r>
            <a:r>
              <a:rPr lang="en-US" sz="2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  <a:sym typeface="DM Sans"/>
              </a:rPr>
              <a:t> </a:t>
            </a:r>
            <a:r>
              <a:rPr lang="en-US" sz="2400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  <a:sym typeface="DM Sans"/>
              </a:rPr>
              <a:t>hợp</a:t>
            </a:r>
            <a:r>
              <a:rPr lang="en-US" sz="2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  <a:sym typeface="DM Sans"/>
              </a:rPr>
              <a:t> </a:t>
            </a:r>
            <a:r>
              <a:rPr lang="en-US" sz="2400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  <a:sym typeface="DM Sans"/>
              </a:rPr>
              <a:t>thêm</a:t>
            </a:r>
            <a:r>
              <a:rPr lang="en-US" sz="2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  <a:sym typeface="DM Sans"/>
              </a:rPr>
              <a:t> </a:t>
            </a:r>
            <a:r>
              <a:rPr lang="en-US" sz="2400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  <a:sym typeface="DM Sans"/>
              </a:rPr>
              <a:t>các</a:t>
            </a:r>
            <a:r>
              <a:rPr lang="en-US" sz="2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  <a:sym typeface="DM Sans"/>
              </a:rPr>
              <a:t> </a:t>
            </a:r>
            <a:r>
              <a:rPr lang="en-US" sz="2400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  <a:sym typeface="DM Sans"/>
              </a:rPr>
              <a:t>giao</a:t>
            </a:r>
            <a:r>
              <a:rPr lang="en-US" sz="2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  <a:sym typeface="DM Sans"/>
              </a:rPr>
              <a:t> </a:t>
            </a:r>
            <a:r>
              <a:rPr lang="en-US" sz="2400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  <a:sym typeface="DM Sans"/>
              </a:rPr>
              <a:t>thức</a:t>
            </a:r>
            <a:r>
              <a:rPr lang="en-US" sz="2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  <a:sym typeface="DM Sans"/>
              </a:rPr>
              <a:t> IoT (Zigbee,…)</a:t>
            </a:r>
          </a:p>
          <a:p>
            <a:pPr marL="457200" lvl="0" indent="-457200">
              <a:lnSpc>
                <a:spcPct val="150000"/>
              </a:lnSpc>
              <a:buFontTx/>
              <a:buChar char="-"/>
            </a:pPr>
            <a:r>
              <a:rPr lang="en-US" sz="2400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  <a:sym typeface="DM Sans"/>
              </a:rPr>
              <a:t>Thêm</a:t>
            </a:r>
            <a:r>
              <a:rPr lang="en-US" sz="2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  <a:sym typeface="DM Sans"/>
              </a:rPr>
              <a:t> web-</a:t>
            </a:r>
            <a:r>
              <a:rPr lang="en-US" sz="2400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  <a:sym typeface="DM Sans"/>
              </a:rPr>
              <a:t>ui</a:t>
            </a:r>
            <a:r>
              <a:rPr lang="en-US" sz="2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  <a:sym typeface="DM Sans"/>
              </a:rPr>
              <a:t> </a:t>
            </a:r>
            <a:r>
              <a:rPr lang="en-US" sz="2400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  <a:sym typeface="DM Sans"/>
              </a:rPr>
              <a:t>và</a:t>
            </a:r>
            <a:r>
              <a:rPr lang="en-US" sz="2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  <a:sym typeface="DM Sans"/>
              </a:rPr>
              <a:t> mobile app</a:t>
            </a:r>
          </a:p>
          <a:p>
            <a:pPr lvl="0">
              <a:lnSpc>
                <a:spcPct val="150000"/>
              </a:lnSpc>
            </a:pPr>
            <a:r>
              <a:rPr lang="en-US" sz="2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  <a:sym typeface="DM Sans"/>
              </a:rPr>
              <a:t>-   </a:t>
            </a:r>
            <a:r>
              <a:rPr lang="en-US" sz="2400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  <a:sym typeface="DM Sans"/>
              </a:rPr>
              <a:t>Triển</a:t>
            </a:r>
            <a:r>
              <a:rPr lang="en-US" sz="2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  <a:sym typeface="DM Sans"/>
              </a:rPr>
              <a:t> </a:t>
            </a:r>
            <a:r>
              <a:rPr lang="en-US" sz="2400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  <a:sym typeface="DM Sans"/>
              </a:rPr>
              <a:t>khai</a:t>
            </a:r>
            <a:r>
              <a:rPr lang="en-US" sz="2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  <a:sym typeface="DM Sans"/>
              </a:rPr>
              <a:t> </a:t>
            </a:r>
            <a:r>
              <a:rPr lang="en-US" sz="2400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  <a:sym typeface="DM Sans"/>
              </a:rPr>
              <a:t>trên</a:t>
            </a:r>
            <a:r>
              <a:rPr lang="en-US" sz="2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  <a:sym typeface="DM Sans"/>
              </a:rPr>
              <a:t> cloud native (k8s) </a:t>
            </a:r>
            <a:r>
              <a:rPr lang="en-US" sz="2400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  <a:sym typeface="DM Sans"/>
              </a:rPr>
              <a:t>và</a:t>
            </a:r>
            <a:r>
              <a:rPr lang="en-US" sz="2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  <a:sym typeface="DM Sans"/>
              </a:rPr>
              <a:t> cloud public (AWS / Azure/ GCP)</a:t>
            </a:r>
          </a:p>
          <a:p>
            <a:pPr>
              <a:lnSpc>
                <a:spcPct val="150000"/>
              </a:lnSpc>
            </a:pP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293486283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0C8E6B05-BA06-DFE6-A55B-D6C7A0DF35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3" y="619125"/>
            <a:ext cx="9906000" cy="1477963"/>
          </a:xfrm>
        </p:spPr>
        <p:txBody>
          <a:bodyPr/>
          <a:lstStyle/>
          <a:p>
            <a:r>
              <a:rPr lang="en-US" b="1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tham</a:t>
            </a:r>
            <a:r>
              <a:rPr lang="en-US" b="1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US" b="1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khảo</a:t>
            </a:r>
            <a:endParaRPr lang="en-US" sz="2800" b="1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157ADED1-7166-CF1C-8797-17168736B4FE}"/>
              </a:ext>
            </a:extLst>
          </p:cNvPr>
          <p:cNvSpPr txBox="1">
            <a:spLocks noGrp="1"/>
          </p:cNvSpPr>
          <p:nvPr>
            <p:ph idx="1"/>
          </p:nvPr>
        </p:nvSpPr>
        <p:spPr>
          <a:xfrm>
            <a:off x="952501" y="2478088"/>
            <a:ext cx="10847387" cy="5538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indent="0">
              <a:buNone/>
            </a:pPr>
            <a:r>
              <a:rPr lang="en-US" sz="2800" b="1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https://github.com/buuhq-uit/uit-bigdata-cloud-team32</a:t>
            </a:r>
          </a:p>
        </p:txBody>
      </p:sp>
    </p:spTree>
    <p:extLst>
      <p:ext uri="{BB962C8B-B14F-4D97-AF65-F5344CB8AC3E}">
        <p14:creationId xmlns:p14="http://schemas.microsoft.com/office/powerpoint/2010/main" val="387685814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62303C-215E-A093-3C76-8011837977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Q&amp;A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D4F9D75-AB0B-7D42-1E1E-16D35775A93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93919" y="4834187"/>
            <a:ext cx="6319261" cy="159514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800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Cảm</a:t>
            </a:r>
            <a:r>
              <a:rPr lang="en-US" sz="28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US" sz="2800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ơn</a:t>
            </a:r>
            <a:r>
              <a:rPr lang="en-US" sz="28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US" sz="2800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thầy</a:t>
            </a:r>
            <a:r>
              <a:rPr lang="en-US" sz="28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US" sz="2800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và</a:t>
            </a:r>
            <a:r>
              <a:rPr lang="en-US" sz="28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US" sz="2800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các</a:t>
            </a:r>
            <a:r>
              <a:rPr lang="en-US" sz="28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US" sz="2800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bạn</a:t>
            </a:r>
            <a:r>
              <a:rPr lang="en-US" sz="28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US" sz="2800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đã</a:t>
            </a:r>
            <a:r>
              <a:rPr lang="en-US" sz="28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US" sz="2800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lắng</a:t>
            </a:r>
            <a:r>
              <a:rPr lang="en-US" sz="28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US" sz="2800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nghe</a:t>
            </a:r>
            <a:endParaRPr lang="en-US" sz="2800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p:grpSp>
        <p:nvGrpSpPr>
          <p:cNvPr id="4" name="Group 2">
            <a:extLst>
              <a:ext uri="{FF2B5EF4-FFF2-40B4-BE49-F238E27FC236}">
                <a16:creationId xmlns:a16="http://schemas.microsoft.com/office/drawing/2014/main" id="{F61C0FA9-45A0-E908-C638-03653B82EFF3}"/>
              </a:ext>
            </a:extLst>
          </p:cNvPr>
          <p:cNvGrpSpPr/>
          <p:nvPr/>
        </p:nvGrpSpPr>
        <p:grpSpPr>
          <a:xfrm>
            <a:off x="7113181" y="0"/>
            <a:ext cx="5078819" cy="6858000"/>
            <a:chOff x="0" y="0"/>
            <a:chExt cx="1170208" cy="1593725"/>
          </a:xfrm>
        </p:grpSpPr>
        <p:sp>
          <p:nvSpPr>
            <p:cNvPr id="5" name="Freeform 3">
              <a:extLst>
                <a:ext uri="{FF2B5EF4-FFF2-40B4-BE49-F238E27FC236}">
                  <a16:creationId xmlns:a16="http://schemas.microsoft.com/office/drawing/2014/main" id="{A037D61E-232B-FC22-F95F-52BFCA63D881}"/>
                </a:ext>
              </a:extLst>
            </p:cNvPr>
            <p:cNvSpPr/>
            <p:nvPr/>
          </p:nvSpPr>
          <p:spPr>
            <a:xfrm>
              <a:off x="0" y="0"/>
              <a:ext cx="1170208" cy="1593725"/>
            </a:xfrm>
            <a:custGeom>
              <a:avLst/>
              <a:gdLst/>
              <a:ahLst/>
              <a:cxnLst/>
              <a:rect l="l" t="t" r="r" b="b"/>
              <a:pathLst>
                <a:path w="1170208" h="1593725">
                  <a:moveTo>
                    <a:pt x="0" y="0"/>
                  </a:moveTo>
                  <a:lnTo>
                    <a:pt x="1170208" y="0"/>
                  </a:lnTo>
                  <a:lnTo>
                    <a:pt x="1170208" y="1593725"/>
                  </a:lnTo>
                  <a:lnTo>
                    <a:pt x="0" y="1593725"/>
                  </a:lnTo>
                  <a:close/>
                </a:path>
              </a:pathLst>
            </a:custGeom>
            <a:blipFill>
              <a:blip r:embed="rId2"/>
              <a:stretch>
                <a:fillRect t="-205" b="-205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pic>
        <p:nvPicPr>
          <p:cNvPr id="2050" name="Picture 2" descr="61,100+ Q&amp;A Stock Illustrations, Royalty-Free Vector Graphics &amp; Clip Art -  iStock | Questions, Faq icon, Faq infographic">
            <a:extLst>
              <a:ext uri="{FF2B5EF4-FFF2-40B4-BE49-F238E27FC236}">
                <a16:creationId xmlns:a16="http://schemas.microsoft.com/office/drawing/2014/main" id="{537CC88B-A70D-79EE-B502-5378E3F9EB3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3177" y="0"/>
            <a:ext cx="7116357" cy="44535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550922296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Circuit">
  <a:themeElements>
    <a:clrScheme name="Blue II">
      <a:dk1>
        <a:sysClr val="windowText" lastClr="000000"/>
      </a:dk1>
      <a:lt1>
        <a:sysClr val="window" lastClr="FFFFFF"/>
      </a:lt1>
      <a:dk2>
        <a:srgbClr val="335B74"/>
      </a:dk2>
      <a:lt2>
        <a:srgbClr val="DFE3E5"/>
      </a:lt2>
      <a:accent1>
        <a:srgbClr val="1CADE4"/>
      </a:accent1>
      <a:accent2>
        <a:srgbClr val="2683C6"/>
      </a:accent2>
      <a:accent3>
        <a:srgbClr val="27CED7"/>
      </a:accent3>
      <a:accent4>
        <a:srgbClr val="42BA97"/>
      </a:accent4>
      <a:accent5>
        <a:srgbClr val="3E8853"/>
      </a:accent5>
      <a:accent6>
        <a:srgbClr val="62A39F"/>
      </a:accent6>
      <a:hlink>
        <a:srgbClr val="6EAC1C"/>
      </a:hlink>
      <a:folHlink>
        <a:srgbClr val="B26B02"/>
      </a:folHlink>
    </a:clrScheme>
    <a:fontScheme name="Circuit">
      <a:maj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Circuit">
      <a:fillStyleLst>
        <a:solidFill>
          <a:schemeClr val="phClr"/>
        </a:solidFill>
        <a:gradFill rotWithShape="1">
          <a:gsLst>
            <a:gs pos="0">
              <a:schemeClr val="phClr">
                <a:tint val="58000"/>
                <a:satMod val="108000"/>
                <a:lumMod val="110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040000" scaled="0"/>
        </a:gradFill>
        <a:gradFill rotWithShape="1">
          <a:gsLst>
            <a:gs pos="0">
              <a:schemeClr val="phClr">
                <a:tint val="94000"/>
                <a:satMod val="105000"/>
                <a:lumMod val="102000"/>
              </a:schemeClr>
            </a:gs>
            <a:gs pos="100000">
              <a:schemeClr val="phClr">
                <a:shade val="74000"/>
                <a:satMod val="128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8000"/>
                <a:hueMod val="94000"/>
                <a:satMod val="148000"/>
                <a:lumMod val="140000"/>
              </a:schemeClr>
            </a:gs>
            <a:gs pos="100000">
              <a:schemeClr val="phClr">
                <a:shade val="92000"/>
                <a:hueMod val="104000"/>
                <a:satMod val="140000"/>
                <a:lumMod val="48000"/>
              </a:schemeClr>
            </a:gs>
          </a:gsLst>
          <a:lin ang="5040000" scaled="0"/>
        </a:gradFill>
        <a:blipFill>
          <a:blip xmlns:r="http://schemas.openxmlformats.org/officeDocument/2006/relationships" r:embed="rId1">
            <a:duotone>
              <a:schemeClr val="phClr">
                <a:shade val="48000"/>
                <a:hueMod val="106000"/>
                <a:satMod val="140000"/>
                <a:lumMod val="42000"/>
              </a:schemeClr>
              <a:schemeClr val="phClr">
                <a:tint val="98000"/>
                <a:hueMod val="92000"/>
                <a:satMod val="220000"/>
                <a:lumMod val="90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TF77815013_Problem-solution cycle_RVA_v3" id="{20834410-FC37-46AC-ACB7-FB202F8C4BA9}" vid="{1ED24379-BFF7-4E2F-B7EC-A47C906E21A1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MediaServiceKeyPoints xmlns="71af3243-3dd4-4a8d-8c0d-dd76da1f02a5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11" ma:contentTypeDescription="Create a new document." ma:contentTypeScope="" ma:versionID="96291512c1ee715ab617f4c07df79fc1">
  <xsd:schema xmlns:xsd="http://www.w3.org/2001/XMLSchema" xmlns:xs="http://www.w3.org/2001/XMLSchema" xmlns:p="http://schemas.microsoft.com/office/2006/metadata/properties" xmlns:ns2="71af3243-3dd4-4a8d-8c0d-dd76da1f02a5" xmlns:ns3="16c05727-aa75-4e4a-9b5f-8a80a1165891" targetNamespace="http://schemas.microsoft.com/office/2006/metadata/properties" ma:root="true" ma:fieldsID="8256c27c40ca5c40ce1cf6c44f0205df" ns2:_="" ns3:_="">
    <xsd:import namespace="71af3243-3dd4-4a8d-8c0d-dd76da1f02a5"/>
    <xsd:import namespace="16c05727-aa75-4e4a-9b5f-8a80a1165891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AutoTags" ma:index="11" nillable="true" ma:displayName="MediaServiceAutoTags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internalName="MediaServiceKeyPoints" ma:readOnly="false">
      <xsd:simpleType>
        <xsd:restriction base="dms:Note">
          <xsd:maxLength value="255"/>
        </xsd:restriction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E7866CFD-F94E-4AE5-ACEA-86FEC0F48A10}">
  <ds:schemaRefs>
    <ds:schemaRef ds:uri="http://schemas.microsoft.com/office/2006/metadata/properties"/>
    <ds:schemaRef ds:uri="http://schemas.microsoft.com/office/infopath/2007/PartnerControls"/>
    <ds:schemaRef ds:uri="71af3243-3dd4-4a8d-8c0d-dd76da1f02a5"/>
  </ds:schemaRefs>
</ds:datastoreItem>
</file>

<file path=customXml/itemProps2.xml><?xml version="1.0" encoding="utf-8"?>
<ds:datastoreItem xmlns:ds="http://schemas.openxmlformats.org/officeDocument/2006/customXml" ds:itemID="{B579702B-25C7-40D7-9E29-7686B11A9660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A7C0B241-13E5-418D-8920-D23491E2D2C0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71af3243-3dd4-4a8d-8c0d-dd76da1f02a5"/>
    <ds:schemaRef ds:uri="16c05727-aa75-4e4a-9b5f-8a80a1165891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Problemsolution cycle </Template>
  <TotalTime>697</TotalTime>
  <Words>445</Words>
  <Application>Microsoft Office PowerPoint</Application>
  <PresentationFormat>Widescreen</PresentationFormat>
  <Paragraphs>63</Paragraphs>
  <Slides>11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8" baseType="lpstr">
      <vt:lpstr>Arial</vt:lpstr>
      <vt:lpstr>Calibri</vt:lpstr>
      <vt:lpstr>Cambria Math</vt:lpstr>
      <vt:lpstr>Tahoma</vt:lpstr>
      <vt:lpstr>Tw Cen MT</vt:lpstr>
      <vt:lpstr>Wingdings</vt:lpstr>
      <vt:lpstr>Circuit</vt:lpstr>
      <vt:lpstr>BÁO CÁO MÔN HỌC: </vt:lpstr>
      <vt:lpstr>Nội dung</vt:lpstr>
      <vt:lpstr>GIỚI THIỆU</vt:lpstr>
      <vt:lpstr>Thiết kế hệ thống</vt:lpstr>
      <vt:lpstr>ThiếT bị phần cứng (sensors)</vt:lpstr>
      <vt:lpstr>Phương pháp phát hiện bất thường</vt:lpstr>
      <vt:lpstr>Triển khai và kết quả đạt được</vt:lpstr>
      <vt:lpstr>Kịch bản demo và demo</vt:lpstr>
      <vt:lpstr>Kết luận và hướng phát triển</vt:lpstr>
      <vt:lpstr>tham khảo</vt:lpstr>
      <vt:lpstr>Q&amp;A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BÁO CÁO MÔN HỌC:</dc:title>
  <dc:creator>BOO HUYNH</dc:creator>
  <cp:lastModifiedBy>BOO HUYNH</cp:lastModifiedBy>
  <cp:revision>32</cp:revision>
  <dcterms:created xsi:type="dcterms:W3CDTF">2026-01-17T11:48:25Z</dcterms:created>
  <dcterms:modified xsi:type="dcterms:W3CDTF">2026-01-22T13:11:11Z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